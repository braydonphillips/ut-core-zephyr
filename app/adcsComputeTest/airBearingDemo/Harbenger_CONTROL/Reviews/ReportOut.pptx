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F4794-A07E-4332-A266-26B0AC0C634B}" v="144" dt="2025-04-23T20:18:25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>
        <p:scale>
          <a:sx n="66" d="100"/>
          <a:sy n="66" d="100"/>
        </p:scale>
        <p:origin x="1027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4DFF4794-A07E-4332-A266-26B0AC0C634B}"/>
    <pc:docChg chg="modSld">
      <pc:chgData name="" userId="" providerId="" clId="Web-{4DFF4794-A07E-4332-A266-26B0AC0C634B}" dt="2025-04-23T20:11:32.301" v="3" actId="20577"/>
      <pc:docMkLst>
        <pc:docMk/>
      </pc:docMkLst>
      <pc:sldChg chg="modSp">
        <pc:chgData name="" userId="" providerId="" clId="Web-{4DFF4794-A07E-4332-A266-26B0AC0C634B}" dt="2025-04-23T20:11:32.301" v="3" actId="20577"/>
        <pc:sldMkLst>
          <pc:docMk/>
          <pc:sldMk cId="109857222" sldId="256"/>
        </pc:sldMkLst>
        <pc:spChg chg="mod">
          <ac:chgData name="" userId="" providerId="" clId="Web-{4DFF4794-A07E-4332-A266-26B0AC0C634B}" dt="2025-04-23T20:11:32.301" v="3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Ben Sherman" userId="B2Z592lpL5s/ObuOB+DIn3zrvTqQrPzfLcooue0z7rE=" providerId="None" clId="Web-{4DFF4794-A07E-4332-A266-26B0AC0C634B}"/>
    <pc:docChg chg="addSld modSld">
      <pc:chgData name="Ben Sherman" userId="B2Z592lpL5s/ObuOB+DIn3zrvTqQrPzfLcooue0z7rE=" providerId="None" clId="Web-{4DFF4794-A07E-4332-A266-26B0AC0C634B}" dt="2025-04-23T20:18:25.161" v="132" actId="20577"/>
      <pc:docMkLst>
        <pc:docMk/>
      </pc:docMkLst>
      <pc:sldChg chg="modSp">
        <pc:chgData name="Ben Sherman" userId="B2Z592lpL5s/ObuOB+DIn3zrvTqQrPzfLcooue0z7rE=" providerId="None" clId="Web-{4DFF4794-A07E-4332-A266-26B0AC0C634B}" dt="2025-04-23T20:18:25.161" v="132" actId="20577"/>
        <pc:sldMkLst>
          <pc:docMk/>
          <pc:sldMk cId="109857222" sldId="256"/>
        </pc:sldMkLst>
        <pc:spChg chg="mod">
          <ac:chgData name="Ben Sherman" userId="B2Z592lpL5s/ObuOB+DIn3zrvTqQrPzfLcooue0z7rE=" providerId="None" clId="Web-{4DFF4794-A07E-4332-A266-26B0AC0C634B}" dt="2025-04-23T20:18:06.973" v="125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Ben Sherman" userId="B2Z592lpL5s/ObuOB+DIn3zrvTqQrPzfLcooue0z7rE=" providerId="None" clId="Web-{4DFF4794-A07E-4332-A266-26B0AC0C634B}" dt="2025-04-23T20:18:25.161" v="13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">
        <pc:chgData name="Ben Sherman" userId="B2Z592lpL5s/ObuOB+DIn3zrvTqQrPzfLcooue0z7rE=" providerId="None" clId="Web-{4DFF4794-A07E-4332-A266-26B0AC0C634B}" dt="2025-04-23T20:16:30.832" v="116" actId="14100"/>
        <pc:sldMkLst>
          <pc:docMk/>
          <pc:sldMk cId="2953827310" sldId="257"/>
        </pc:sldMkLst>
        <pc:spChg chg="mod">
          <ac:chgData name="Ben Sherman" userId="B2Z592lpL5s/ObuOB+DIn3zrvTqQrPzfLcooue0z7rE=" providerId="None" clId="Web-{4DFF4794-A07E-4332-A266-26B0AC0C634B}" dt="2025-04-23T20:15:23.426" v="86" actId="20577"/>
          <ac:spMkLst>
            <pc:docMk/>
            <pc:sldMk cId="2953827310" sldId="257"/>
            <ac:spMk id="2" creationId="{E5559F86-AE63-6EFA-2D98-AADCA404CCF9}"/>
          </ac:spMkLst>
        </pc:spChg>
        <pc:spChg chg="add del mod">
          <ac:chgData name="Ben Sherman" userId="B2Z592lpL5s/ObuOB+DIn3zrvTqQrPzfLcooue0z7rE=" providerId="None" clId="Web-{4DFF4794-A07E-4332-A266-26B0AC0C634B}" dt="2025-04-23T20:16:30.832" v="116" actId="14100"/>
          <ac:spMkLst>
            <pc:docMk/>
            <pc:sldMk cId="2953827310" sldId="257"/>
            <ac:spMk id="3" creationId="{2A19CC25-5BED-2BD3-2589-0067616A070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Box Packages">
            <a:extLst>
              <a:ext uri="{FF2B5EF4-FFF2-40B4-BE49-F238E27FC236}">
                <a16:creationId xmlns:a16="http://schemas.microsoft.com/office/drawing/2014/main" id="{5A7E6B9D-1215-EFF0-48DF-8AC68EA828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CubeSat – Control - Report 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Ben Sherman</a:t>
            </a:r>
          </a:p>
          <a:p>
            <a:r>
              <a:rPr lang="en-US">
                <a:solidFill>
                  <a:srgbClr val="FFFFFF"/>
                </a:solidFill>
              </a:rPr>
              <a:t>Trace Shafer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59F86-AE63-6EFA-2D98-AADCA404C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CubeSat MATLAB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9CC25-5BED-2BD3-2589-0067616A0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129742"/>
            <a:ext cx="4423514" cy="41103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Go to Drop Box -&gt; CubeSat -&gt; Control -&gt; Simulation -&gt; Simulation</a:t>
            </a:r>
          </a:p>
          <a:p>
            <a:endParaRPr lang="en-US" sz="2000" dirty="0"/>
          </a:p>
          <a:p>
            <a:r>
              <a:rPr lang="en-US" sz="2000" dirty="0"/>
              <a:t>Once MATLAB opens you can run it. </a:t>
            </a:r>
          </a:p>
          <a:p>
            <a:endParaRPr lang="en-US" sz="2000" dirty="0"/>
          </a:p>
          <a:p>
            <a:r>
              <a:rPr lang="en-US" sz="2000" dirty="0"/>
              <a:t>All files needed to run the program are within the Simulation folder.</a:t>
            </a:r>
          </a:p>
          <a:p>
            <a:endParaRPr lang="en-US" sz="2000" dirty="0"/>
          </a:p>
          <a:p>
            <a:r>
              <a:rPr lang="en-US" sz="2000" dirty="0"/>
              <a:t>It is a LQR controller that has gain scheduling implemented with an EKF observer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ollage of graphs&#10;&#10;AI-generated content may be incorrect.">
            <a:extLst>
              <a:ext uri="{FF2B5EF4-FFF2-40B4-BE49-F238E27FC236}">
                <a16:creationId xmlns:a16="http://schemas.microsoft.com/office/drawing/2014/main" id="{14172CC4-879A-632E-15E5-4B7E0BF2A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68667"/>
            <a:ext cx="5334197" cy="412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27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332CA-DAB3-2567-7654-648801EFD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B-dot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B16CC-5976-88FF-EAF8-9779C2BD4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working Rust code that has B-dot running, file to large to fit in Dropbox</a:t>
            </a:r>
          </a:p>
        </p:txBody>
      </p:sp>
    </p:spTree>
    <p:extLst>
      <p:ext uri="{BB962C8B-B14F-4D97-AF65-F5344CB8AC3E}">
        <p14:creationId xmlns:p14="http://schemas.microsoft.com/office/powerpoint/2010/main" val="306883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E241-5E62-6FB8-939B-7DD67ADD7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2E56B-4166-664B-3B8B-5B0910EB0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433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Using 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Nonlinear Dynamic Inversion (</a:t>
            </a:r>
            <a:r>
              <a:rPr lang="en-US" dirty="0"/>
              <a:t>NDI) Controller (Will need to figure out equations, but think it will be better suited for the CubeSat as it has nonlinearities)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75F54-FE82-E7E9-31C6-A1D64391A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221" y="3541889"/>
            <a:ext cx="6093558" cy="2476676"/>
          </a:xfrm>
          <a:prstGeom prst="rect">
            <a:avLst/>
          </a:prstGeom>
        </p:spPr>
      </p:pic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52382009-3EEC-F84B-4C53-A71729033B52}"/>
              </a:ext>
            </a:extLst>
          </p:cNvPr>
          <p:cNvSpPr/>
          <p:nvPr/>
        </p:nvSpPr>
        <p:spPr>
          <a:xfrm>
            <a:off x="4603046" y="3505911"/>
            <a:ext cx="1492954" cy="1492954"/>
          </a:xfrm>
          <a:prstGeom prst="flowChartConnector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5FD366-C0D4-4126-DCCB-508A497CD7A8}"/>
              </a:ext>
            </a:extLst>
          </p:cNvPr>
          <p:cNvCxnSpPr>
            <a:cxnSpLocks/>
            <a:endCxn id="6" idx="5"/>
          </p:cNvCxnSpPr>
          <p:nvPr/>
        </p:nvCxnSpPr>
        <p:spPr>
          <a:xfrm>
            <a:off x="4851509" y="3702645"/>
            <a:ext cx="1025853" cy="1077582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229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5247A15C38DE40A573999B6070A975" ma:contentTypeVersion="11" ma:contentTypeDescription="Create a new document." ma:contentTypeScope="" ma:versionID="afb66a0050ffe63c0caaf523038e8bbd">
  <xsd:schema xmlns:xsd="http://www.w3.org/2001/XMLSchema" xmlns:xs="http://www.w3.org/2001/XMLSchema" xmlns:p="http://schemas.microsoft.com/office/2006/metadata/properties" xmlns:ns2="a5dae947-98e5-495e-bab1-cc2a6059ad3b" xmlns:ns3="101382ff-e895-4226-9b8b-208a50023ada" targetNamespace="http://schemas.microsoft.com/office/2006/metadata/properties" ma:root="true" ma:fieldsID="34e31e9107cc25fa3e8a352dd8873f5d" ns2:_="" ns3:_="">
    <xsd:import namespace="a5dae947-98e5-495e-bab1-cc2a6059ad3b"/>
    <xsd:import namespace="101382ff-e895-4226-9b8b-208a50023a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ae947-98e5-495e-bab1-cc2a6059ad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cab841-b377-4e82-87b7-c4480f2663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1382ff-e895-4226-9b8b-208a50023ad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cad34b7-b5d1-438c-95c5-dcc7e7eb8d6f}" ma:internalName="TaxCatchAll" ma:showField="CatchAllData" ma:web="101382ff-e895-4226-9b8b-208a50023a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1382ff-e895-4226-9b8b-208a50023ada" xsi:nil="true"/>
    <lcf76f155ced4ddcb4097134ff3c332f xmlns="a5dae947-98e5-495e-bab1-cc2a6059ad3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1724D60-C5D4-45C9-B0F6-9D1464734499}"/>
</file>

<file path=customXml/itemProps2.xml><?xml version="1.0" encoding="utf-8"?>
<ds:datastoreItem xmlns:ds="http://schemas.openxmlformats.org/officeDocument/2006/customXml" ds:itemID="{0AA35972-D929-42B0-81A0-BD1D5DD6DF82}"/>
</file>

<file path=customXml/itemProps3.xml><?xml version="1.0" encoding="utf-8"?>
<ds:datastoreItem xmlns:ds="http://schemas.openxmlformats.org/officeDocument/2006/customXml" ds:itemID="{E1F35315-A9C8-4F8E-93F7-C1DBD6CB083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112</Words>
  <Application>Microsoft Office PowerPoint</Application>
  <PresentationFormat>Widescreen</PresentationFormat>
  <Paragraphs>15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Google Sans</vt:lpstr>
      <vt:lpstr>office theme</vt:lpstr>
      <vt:lpstr>CubeSat – Control - Report Out</vt:lpstr>
      <vt:lpstr>CubeSat MATLAB Simulation</vt:lpstr>
      <vt:lpstr>B-dot </vt:lpstr>
      <vt:lpstr>Recommended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Ben Sherman</cp:lastModifiedBy>
  <cp:revision>36</cp:revision>
  <dcterms:created xsi:type="dcterms:W3CDTF">2025-04-23T20:11:26Z</dcterms:created>
  <dcterms:modified xsi:type="dcterms:W3CDTF">2025-04-23T20:59:46Z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0x010100215247A15C38DE40A573999B6070A975</vt:lpwstr>
  </property>
</Properties>
</file>