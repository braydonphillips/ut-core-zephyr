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57" r:id="rId4"/>
    <p:sldId id="262" r:id="rId5"/>
    <p:sldId id="259" r:id="rId6"/>
    <p:sldId id="258" r:id="rId7"/>
    <p:sldId id="264" r:id="rId8"/>
    <p:sldId id="260" r:id="rId9"/>
    <p:sldId id="263"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BE9"/>
    <a:srgbClr val="EDC832"/>
    <a:srgbClr val="D4ED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6F4C01-EBD5-42DB-A9AE-430F13C1C731}" v="84" dt="2025-04-25T19:33:58.660"/>
    <p1510:client id="{2F9D2391-4D57-441F-B564-E7DF9489D252}" v="717" dt="2025-04-23T22:28:38.834"/>
    <p1510:client id="{4DFF4794-A07E-4332-A266-26B0AC0C634B}" v="144" dt="2025-04-23T20:18:25.161"/>
    <p1510:client id="{6DEBF9F6-06CD-4CA1-8B18-198110B0F532}" v="54" dt="2025-04-25T19:58:08.119"/>
    <p1510:client id="{9B65A745-6E88-47D6-8EAB-A889FD84AA87}" v="1039" dt="2025-04-23T21:20:13.469"/>
    <p1510:client id="{DEDA3112-AB24-41B4-BDEA-2D020CE37F77}" v="2" dt="2025-04-24T02:27:25.025"/>
    <p1510:client id="{FA9E3DA8-AD8F-4FB6-8013-EF84CFD2FA5E}" v="172" dt="2025-04-25T19:44:31.5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 Id="rId22"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ce Shafer" userId="XrbJnax0RagH4bMr75mmHnJqJ15V3xLAIGES0Lm1IU4=" providerId="None" clId="Web-{1B6F4C01-EBD5-42DB-A9AE-430F13C1C731}"/>
    <pc:docChg chg="addSld modSld">
      <pc:chgData name="Trace Shafer" userId="XrbJnax0RagH4bMr75mmHnJqJ15V3xLAIGES0Lm1IU4=" providerId="None" clId="Web-{1B6F4C01-EBD5-42DB-A9AE-430F13C1C731}" dt="2025-04-25T19:33:58.660" v="82" actId="20577"/>
      <pc:docMkLst>
        <pc:docMk/>
      </pc:docMkLst>
      <pc:sldChg chg="modSp new">
        <pc:chgData name="Trace Shafer" userId="XrbJnax0RagH4bMr75mmHnJqJ15V3xLAIGES0Lm1IU4=" providerId="None" clId="Web-{1B6F4C01-EBD5-42DB-A9AE-430F13C1C731}" dt="2025-04-25T19:33:58.660" v="82" actId="20577"/>
        <pc:sldMkLst>
          <pc:docMk/>
          <pc:sldMk cId="4164765666" sldId="267"/>
        </pc:sldMkLst>
        <pc:spChg chg="mod">
          <ac:chgData name="Trace Shafer" userId="XrbJnax0RagH4bMr75mmHnJqJ15V3xLAIGES0Lm1IU4=" providerId="None" clId="Web-{1B6F4C01-EBD5-42DB-A9AE-430F13C1C731}" dt="2025-04-25T19:27:34.441" v="6" actId="20577"/>
          <ac:spMkLst>
            <pc:docMk/>
            <pc:sldMk cId="4164765666" sldId="267"/>
            <ac:spMk id="2" creationId="{0F1FC04F-20FB-70B1-3CC4-EB5E7AFE0F62}"/>
          </ac:spMkLst>
        </pc:spChg>
        <pc:spChg chg="mod">
          <ac:chgData name="Trace Shafer" userId="XrbJnax0RagH4bMr75mmHnJqJ15V3xLAIGES0Lm1IU4=" providerId="None" clId="Web-{1B6F4C01-EBD5-42DB-A9AE-430F13C1C731}" dt="2025-04-25T19:33:58.660" v="82" actId="20577"/>
          <ac:spMkLst>
            <pc:docMk/>
            <pc:sldMk cId="4164765666" sldId="267"/>
            <ac:spMk id="3" creationId="{B5A9506C-3174-EC8D-61B1-3D46BAECEDC2}"/>
          </ac:spMkLst>
        </pc:spChg>
      </pc:sldChg>
    </pc:docChg>
  </pc:docChgLst>
  <pc:docChgLst>
    <pc:chgData clId="Web-{4DFF4794-A07E-4332-A266-26B0AC0C634B}"/>
    <pc:docChg chg="modSld">
      <pc:chgData name="" userId="" providerId="" clId="Web-{4DFF4794-A07E-4332-A266-26B0AC0C634B}" dt="2025-04-23T20:11:32.301" v="3" actId="20577"/>
      <pc:docMkLst>
        <pc:docMk/>
      </pc:docMkLst>
      <pc:sldChg chg="modSp">
        <pc:chgData name="" userId="" providerId="" clId="Web-{4DFF4794-A07E-4332-A266-26B0AC0C634B}" dt="2025-04-23T20:11:32.301" v="3" actId="20577"/>
        <pc:sldMkLst>
          <pc:docMk/>
          <pc:sldMk cId="109857222" sldId="256"/>
        </pc:sldMkLst>
        <pc:spChg chg="mod">
          <ac:chgData name="" userId="" providerId="" clId="Web-{4DFF4794-A07E-4332-A266-26B0AC0C634B}" dt="2025-04-23T20:11:32.301" v="3" actId="20577"/>
          <ac:spMkLst>
            <pc:docMk/>
            <pc:sldMk cId="109857222" sldId="256"/>
            <ac:spMk id="2" creationId="{00000000-0000-0000-0000-000000000000}"/>
          </ac:spMkLst>
        </pc:spChg>
      </pc:sldChg>
    </pc:docChg>
  </pc:docChgLst>
  <pc:docChgLst>
    <pc:chgData name="Ben Sherman" userId="B2Z592lpL5s/ObuOB+DIn3zrvTqQrPzfLcooue0z7rE=" providerId="None" clId="Web-{6DEBF9F6-06CD-4CA1-8B18-198110B0F532}"/>
    <pc:docChg chg="modSld">
      <pc:chgData name="Ben Sherman" userId="B2Z592lpL5s/ObuOB+DIn3zrvTqQrPzfLcooue0z7rE=" providerId="None" clId="Web-{6DEBF9F6-06CD-4CA1-8B18-198110B0F532}" dt="2025-04-25T19:58:08.119" v="53" actId="20577"/>
      <pc:docMkLst>
        <pc:docMk/>
      </pc:docMkLst>
      <pc:sldChg chg="modSp">
        <pc:chgData name="Ben Sherman" userId="B2Z592lpL5s/ObuOB+DIn3zrvTqQrPzfLcooue0z7rE=" providerId="None" clId="Web-{6DEBF9F6-06CD-4CA1-8B18-198110B0F532}" dt="2025-04-25T19:56:14.955" v="6" actId="20577"/>
        <pc:sldMkLst>
          <pc:docMk/>
          <pc:sldMk cId="109857222" sldId="256"/>
        </pc:sldMkLst>
        <pc:spChg chg="mod">
          <ac:chgData name="Ben Sherman" userId="B2Z592lpL5s/ObuOB+DIn3zrvTqQrPzfLcooue0z7rE=" providerId="None" clId="Web-{6DEBF9F6-06CD-4CA1-8B18-198110B0F532}" dt="2025-04-25T19:56:14.955" v="6" actId="20577"/>
          <ac:spMkLst>
            <pc:docMk/>
            <pc:sldMk cId="109857222" sldId="256"/>
            <ac:spMk id="3" creationId="{00000000-0000-0000-0000-000000000000}"/>
          </ac:spMkLst>
        </pc:spChg>
      </pc:sldChg>
      <pc:sldChg chg="modSp">
        <pc:chgData name="Ben Sherman" userId="B2Z592lpL5s/ObuOB+DIn3zrvTqQrPzfLcooue0z7rE=" providerId="None" clId="Web-{6DEBF9F6-06CD-4CA1-8B18-198110B0F532}" dt="2025-04-25T19:58:08.119" v="53" actId="20577"/>
        <pc:sldMkLst>
          <pc:docMk/>
          <pc:sldMk cId="4164765666" sldId="267"/>
        </pc:sldMkLst>
        <pc:spChg chg="mod">
          <ac:chgData name="Ben Sherman" userId="B2Z592lpL5s/ObuOB+DIn3zrvTqQrPzfLcooue0z7rE=" providerId="None" clId="Web-{6DEBF9F6-06CD-4CA1-8B18-198110B0F532}" dt="2025-04-25T19:58:08.119" v="53" actId="20577"/>
          <ac:spMkLst>
            <pc:docMk/>
            <pc:sldMk cId="4164765666" sldId="267"/>
            <ac:spMk id="3" creationId="{B5A9506C-3174-EC8D-61B1-3D46BAECEDC2}"/>
          </ac:spMkLst>
        </pc:spChg>
      </pc:sldChg>
    </pc:docChg>
  </pc:docChgLst>
  <pc:docChgLst>
    <pc:chgData name="Trace Shafer" userId="XrbJnax0RagH4bMr75mmHnJqJ15V3xLAIGES0Lm1IU4=" providerId="None" clId="Web-{9B65A745-6E88-47D6-8EAB-A889FD84AA87}"/>
    <pc:docChg chg="addSld modSld">
      <pc:chgData name="Trace Shafer" userId="XrbJnax0RagH4bMr75mmHnJqJ15V3xLAIGES0Lm1IU4=" providerId="None" clId="Web-{9B65A745-6E88-47D6-8EAB-A889FD84AA87}" dt="2025-04-23T21:20:13.469" v="1032" actId="20577"/>
      <pc:docMkLst>
        <pc:docMk/>
      </pc:docMkLst>
      <pc:sldChg chg="modSp new">
        <pc:chgData name="Trace Shafer" userId="XrbJnax0RagH4bMr75mmHnJqJ15V3xLAIGES0Lm1IU4=" providerId="None" clId="Web-{9B65A745-6E88-47D6-8EAB-A889FD84AA87}" dt="2025-04-23T21:18:59.868" v="1011" actId="20577"/>
        <pc:sldMkLst>
          <pc:docMk/>
          <pc:sldMk cId="3667416241" sldId="260"/>
        </pc:sldMkLst>
        <pc:spChg chg="mod">
          <ac:chgData name="Trace Shafer" userId="XrbJnax0RagH4bMr75mmHnJqJ15V3xLAIGES0Lm1IU4=" providerId="None" clId="Web-{9B65A745-6E88-47D6-8EAB-A889FD84AA87}" dt="2025-04-23T21:05:17.568" v="41" actId="20577"/>
          <ac:spMkLst>
            <pc:docMk/>
            <pc:sldMk cId="3667416241" sldId="260"/>
            <ac:spMk id="2" creationId="{C62D2D6D-8C19-6CDB-538D-0F55BD473E1A}"/>
          </ac:spMkLst>
        </pc:spChg>
        <pc:spChg chg="mod">
          <ac:chgData name="Trace Shafer" userId="XrbJnax0RagH4bMr75mmHnJqJ15V3xLAIGES0Lm1IU4=" providerId="None" clId="Web-{9B65A745-6E88-47D6-8EAB-A889FD84AA87}" dt="2025-04-23T21:18:59.868" v="1011" actId="20577"/>
          <ac:spMkLst>
            <pc:docMk/>
            <pc:sldMk cId="3667416241" sldId="260"/>
            <ac:spMk id="3" creationId="{FFBB4B5D-4F3D-8275-A98C-144375A95131}"/>
          </ac:spMkLst>
        </pc:spChg>
      </pc:sldChg>
      <pc:sldChg chg="modSp new">
        <pc:chgData name="Trace Shafer" userId="XrbJnax0RagH4bMr75mmHnJqJ15V3xLAIGES0Lm1IU4=" providerId="None" clId="Web-{9B65A745-6E88-47D6-8EAB-A889FD84AA87}" dt="2025-04-23T21:05:07.020" v="9" actId="20577"/>
        <pc:sldMkLst>
          <pc:docMk/>
          <pc:sldMk cId="3574016278" sldId="261"/>
        </pc:sldMkLst>
        <pc:spChg chg="mod">
          <ac:chgData name="Trace Shafer" userId="XrbJnax0RagH4bMr75mmHnJqJ15V3xLAIGES0Lm1IU4=" providerId="None" clId="Web-{9B65A745-6E88-47D6-8EAB-A889FD84AA87}" dt="2025-04-23T21:05:07.020" v="9" actId="20577"/>
          <ac:spMkLst>
            <pc:docMk/>
            <pc:sldMk cId="3574016278" sldId="261"/>
            <ac:spMk id="2" creationId="{E3C43296-AF3C-44E3-6EB9-D53A6BE21635}"/>
          </ac:spMkLst>
        </pc:spChg>
      </pc:sldChg>
      <pc:sldChg chg="modSp new">
        <pc:chgData name="Trace Shafer" userId="XrbJnax0RagH4bMr75mmHnJqJ15V3xLAIGES0Lm1IU4=" providerId="None" clId="Web-{9B65A745-6E88-47D6-8EAB-A889FD84AA87}" dt="2025-04-23T21:20:13.469" v="1032" actId="20577"/>
        <pc:sldMkLst>
          <pc:docMk/>
          <pc:sldMk cId="4246274872" sldId="263"/>
        </pc:sldMkLst>
        <pc:spChg chg="mod">
          <ac:chgData name="Trace Shafer" userId="XrbJnax0RagH4bMr75mmHnJqJ15V3xLAIGES0Lm1IU4=" providerId="None" clId="Web-{9B65A745-6E88-47D6-8EAB-A889FD84AA87}" dt="2025-04-23T21:07:40.113" v="439" actId="20577"/>
          <ac:spMkLst>
            <pc:docMk/>
            <pc:sldMk cId="4246274872" sldId="263"/>
            <ac:spMk id="2" creationId="{224ECE0C-F441-A266-A6E4-4FF0EDFB4C0F}"/>
          </ac:spMkLst>
        </pc:spChg>
        <pc:spChg chg="mod">
          <ac:chgData name="Trace Shafer" userId="XrbJnax0RagH4bMr75mmHnJqJ15V3xLAIGES0Lm1IU4=" providerId="None" clId="Web-{9B65A745-6E88-47D6-8EAB-A889FD84AA87}" dt="2025-04-23T21:20:13.469" v="1032" actId="20577"/>
          <ac:spMkLst>
            <pc:docMk/>
            <pc:sldMk cId="4246274872" sldId="263"/>
            <ac:spMk id="3" creationId="{6701835A-78B4-34AD-A33F-C2B45BD05C7A}"/>
          </ac:spMkLst>
        </pc:spChg>
      </pc:sldChg>
    </pc:docChg>
  </pc:docChgLst>
  <pc:docChgLst>
    <pc:chgData name="Ben Sherman" userId="B2Z592lpL5s/ObuOB+DIn3zrvTqQrPzfLcooue0z7rE=" providerId="None" clId="Web-{DEDA3112-AB24-41B4-BDEA-2D020CE37F77}"/>
    <pc:docChg chg="modSld">
      <pc:chgData name="Ben Sherman" userId="B2Z592lpL5s/ObuOB+DIn3zrvTqQrPzfLcooue0z7rE=" providerId="None" clId="Web-{DEDA3112-AB24-41B4-BDEA-2D020CE37F77}" dt="2025-04-24T02:27:25.025" v="1" actId="20577"/>
      <pc:docMkLst>
        <pc:docMk/>
      </pc:docMkLst>
      <pc:sldChg chg="modSp">
        <pc:chgData name="Ben Sherman" userId="B2Z592lpL5s/ObuOB+DIn3zrvTqQrPzfLcooue0z7rE=" providerId="None" clId="Web-{DEDA3112-AB24-41B4-BDEA-2D020CE37F77}" dt="2025-04-24T02:27:25.025" v="1" actId="20577"/>
        <pc:sldMkLst>
          <pc:docMk/>
          <pc:sldMk cId="3068839754" sldId="259"/>
        </pc:sldMkLst>
        <pc:spChg chg="mod">
          <ac:chgData name="Ben Sherman" userId="B2Z592lpL5s/ObuOB+DIn3zrvTqQrPzfLcooue0z7rE=" providerId="None" clId="Web-{DEDA3112-AB24-41B4-BDEA-2D020CE37F77}" dt="2025-04-24T02:27:25.025" v="1" actId="20577"/>
          <ac:spMkLst>
            <pc:docMk/>
            <pc:sldMk cId="3068839754" sldId="259"/>
            <ac:spMk id="3" creationId="{149B16CC-5976-88FF-EAF8-9779C2BD441E}"/>
          </ac:spMkLst>
        </pc:spChg>
      </pc:sldChg>
    </pc:docChg>
  </pc:docChgLst>
  <pc:docChgLst>
    <pc:chgData name="Ben Sherman" userId="B2Z592lpL5s/ObuOB+DIn3zrvTqQrPzfLcooue0z7rE=" providerId="None" clId="Web-{2F9D2391-4D57-441F-B564-E7DF9489D252}"/>
    <pc:docChg chg="addSld modSld sldOrd">
      <pc:chgData name="Ben Sherman" userId="B2Z592lpL5s/ObuOB+DIn3zrvTqQrPzfLcooue0z7rE=" providerId="None" clId="Web-{2F9D2391-4D57-441F-B564-E7DF9489D252}" dt="2025-04-23T22:28:37.631" v="697" actId="20577"/>
      <pc:docMkLst>
        <pc:docMk/>
      </pc:docMkLst>
      <pc:sldChg chg="addSp delSp addAnim delAnim">
        <pc:chgData name="Ben Sherman" userId="B2Z592lpL5s/ObuOB+DIn3zrvTqQrPzfLcooue0z7rE=" providerId="None" clId="Web-{2F9D2391-4D57-441F-B564-E7DF9489D252}" dt="2025-04-23T21:51:23.211" v="523"/>
        <pc:sldMkLst>
          <pc:docMk/>
          <pc:sldMk cId="109857222" sldId="256"/>
        </pc:sldMkLst>
        <pc:picChg chg="add del">
          <ac:chgData name="Ben Sherman" userId="B2Z592lpL5s/ObuOB+DIn3zrvTqQrPzfLcooue0z7rE=" providerId="None" clId="Web-{2F9D2391-4D57-441F-B564-E7DF9489D252}" dt="2025-04-23T21:51:23.211" v="523"/>
          <ac:picMkLst>
            <pc:docMk/>
            <pc:sldMk cId="109857222" sldId="256"/>
            <ac:picMk id="5" creationId="{5A7E6B9D-1215-EFF0-48DF-8AC68EA8282D}"/>
          </ac:picMkLst>
        </pc:picChg>
      </pc:sldChg>
      <pc:sldChg chg="modSp">
        <pc:chgData name="Ben Sherman" userId="B2Z592lpL5s/ObuOB+DIn3zrvTqQrPzfLcooue0z7rE=" providerId="None" clId="Web-{2F9D2391-4D57-441F-B564-E7DF9489D252}" dt="2025-04-23T22:28:37.631" v="697" actId="20577"/>
        <pc:sldMkLst>
          <pc:docMk/>
          <pc:sldMk cId="2132229752" sldId="258"/>
        </pc:sldMkLst>
        <pc:spChg chg="mod">
          <ac:chgData name="Ben Sherman" userId="B2Z592lpL5s/ObuOB+DIn3zrvTqQrPzfLcooue0z7rE=" providerId="None" clId="Web-{2F9D2391-4D57-441F-B564-E7DF9489D252}" dt="2025-04-23T22:28:37.631" v="697" actId="20577"/>
          <ac:spMkLst>
            <pc:docMk/>
            <pc:sldMk cId="2132229752" sldId="258"/>
            <ac:spMk id="3" creationId="{B282E56B-4166-664B-3B8B-5B0910EB044A}"/>
          </ac:spMkLst>
        </pc:spChg>
      </pc:sldChg>
      <pc:sldChg chg="addSp modSp ord">
        <pc:chgData name="Ben Sherman" userId="B2Z592lpL5s/ObuOB+DIn3zrvTqQrPzfLcooue0z7rE=" providerId="None" clId="Web-{2F9D2391-4D57-441F-B564-E7DF9489D252}" dt="2025-04-23T21:32:10.078" v="521" actId="20577"/>
        <pc:sldMkLst>
          <pc:docMk/>
          <pc:sldMk cId="3068839754" sldId="259"/>
        </pc:sldMkLst>
        <pc:spChg chg="mod">
          <ac:chgData name="Ben Sherman" userId="B2Z592lpL5s/ObuOB+DIn3zrvTqQrPzfLcooue0z7rE=" providerId="None" clId="Web-{2F9D2391-4D57-441F-B564-E7DF9489D252}" dt="2025-04-23T21:32:10.078" v="521" actId="20577"/>
          <ac:spMkLst>
            <pc:docMk/>
            <pc:sldMk cId="3068839754" sldId="259"/>
            <ac:spMk id="3" creationId="{149B16CC-5976-88FF-EAF8-9779C2BD441E}"/>
          </ac:spMkLst>
        </pc:spChg>
        <pc:picChg chg="add mod">
          <ac:chgData name="Ben Sherman" userId="B2Z592lpL5s/ObuOB+DIn3zrvTqQrPzfLcooue0z7rE=" providerId="None" clId="Web-{2F9D2391-4D57-441F-B564-E7DF9489D252}" dt="2025-04-23T21:05:46.519" v="4" actId="1076"/>
          <ac:picMkLst>
            <pc:docMk/>
            <pc:sldMk cId="3068839754" sldId="259"/>
            <ac:picMk id="4" creationId="{D67AFF26-86E7-6F38-F3E0-15F57477996C}"/>
          </ac:picMkLst>
        </pc:picChg>
      </pc:sldChg>
      <pc:sldChg chg="addSp delSp modSp ord">
        <pc:chgData name="Ben Sherman" userId="B2Z592lpL5s/ObuOB+DIn3zrvTqQrPzfLcooue0z7rE=" providerId="None" clId="Web-{2F9D2391-4D57-441F-B564-E7DF9489D252}" dt="2025-04-23T22:08:59.429" v="535" actId="1076"/>
        <pc:sldMkLst>
          <pc:docMk/>
          <pc:sldMk cId="3574016278" sldId="261"/>
        </pc:sldMkLst>
        <pc:spChg chg="mod">
          <ac:chgData name="Ben Sherman" userId="B2Z592lpL5s/ObuOB+DIn3zrvTqQrPzfLcooue0z7rE=" providerId="None" clId="Web-{2F9D2391-4D57-441F-B564-E7DF9489D252}" dt="2025-04-23T22:08:43.741" v="531" actId="1076"/>
          <ac:spMkLst>
            <pc:docMk/>
            <pc:sldMk cId="3574016278" sldId="261"/>
            <ac:spMk id="2" creationId="{E3C43296-AF3C-44E3-6EB9-D53A6BE21635}"/>
          </ac:spMkLst>
        </pc:spChg>
        <pc:spChg chg="del">
          <ac:chgData name="Ben Sherman" userId="B2Z592lpL5s/ObuOB+DIn3zrvTqQrPzfLcooue0z7rE=" providerId="None" clId="Web-{2F9D2391-4D57-441F-B564-E7DF9489D252}" dt="2025-04-23T21:08:04.973" v="79"/>
          <ac:spMkLst>
            <pc:docMk/>
            <pc:sldMk cId="3574016278" sldId="261"/>
            <ac:spMk id="3" creationId="{E235B876-11CC-CA5D-AC5A-C9FA241F978E}"/>
          </ac:spMkLst>
        </pc:spChg>
        <pc:picChg chg="add mod">
          <ac:chgData name="Ben Sherman" userId="B2Z592lpL5s/ObuOB+DIn3zrvTqQrPzfLcooue0z7rE=" providerId="None" clId="Web-{2F9D2391-4D57-441F-B564-E7DF9489D252}" dt="2025-04-23T22:08:59.429" v="535" actId="1076"/>
          <ac:picMkLst>
            <pc:docMk/>
            <pc:sldMk cId="3574016278" sldId="261"/>
            <ac:picMk id="3" creationId="{4817B11A-3D50-F9DA-6752-749E8B5AF7A0}"/>
          </ac:picMkLst>
        </pc:picChg>
        <pc:picChg chg="add mod">
          <ac:chgData name="Ben Sherman" userId="B2Z592lpL5s/ObuOB+DIn3zrvTqQrPzfLcooue0z7rE=" providerId="None" clId="Web-{2F9D2391-4D57-441F-B564-E7DF9489D252}" dt="2025-04-23T22:08:47.241" v="532" actId="1076"/>
          <ac:picMkLst>
            <pc:docMk/>
            <pc:sldMk cId="3574016278" sldId="261"/>
            <ac:picMk id="4" creationId="{2D7B96E8-7041-9888-0FF7-51541D62C725}"/>
          </ac:picMkLst>
        </pc:picChg>
      </pc:sldChg>
      <pc:sldChg chg="modSp new">
        <pc:chgData name="Ben Sherman" userId="B2Z592lpL5s/ObuOB+DIn3zrvTqQrPzfLcooue0z7rE=" providerId="None" clId="Web-{2F9D2391-4D57-441F-B564-E7DF9489D252}" dt="2025-04-23T21:12:58.944" v="237" actId="20577"/>
        <pc:sldMkLst>
          <pc:docMk/>
          <pc:sldMk cId="2173864584" sldId="262"/>
        </pc:sldMkLst>
        <pc:spChg chg="mod">
          <ac:chgData name="Ben Sherman" userId="B2Z592lpL5s/ObuOB+DIn3zrvTqQrPzfLcooue0z7rE=" providerId="None" clId="Web-{2F9D2391-4D57-441F-B564-E7DF9489D252}" dt="2025-04-23T21:07:05.770" v="19" actId="20577"/>
          <ac:spMkLst>
            <pc:docMk/>
            <pc:sldMk cId="2173864584" sldId="262"/>
            <ac:spMk id="2" creationId="{935F94DD-D13A-ED07-60E6-A5BDADF94E03}"/>
          </ac:spMkLst>
        </pc:spChg>
        <pc:spChg chg="mod">
          <ac:chgData name="Ben Sherman" userId="B2Z592lpL5s/ObuOB+DIn3zrvTqQrPzfLcooue0z7rE=" providerId="None" clId="Web-{2F9D2391-4D57-441F-B564-E7DF9489D252}" dt="2025-04-23T21:12:58.944" v="237" actId="20577"/>
          <ac:spMkLst>
            <pc:docMk/>
            <pc:sldMk cId="2173864584" sldId="262"/>
            <ac:spMk id="3" creationId="{8391BEA6-9053-C542-76BF-51254999BBE7}"/>
          </ac:spMkLst>
        </pc:spChg>
      </pc:sldChg>
      <pc:sldChg chg="modSp">
        <pc:chgData name="Ben Sherman" userId="B2Z592lpL5s/ObuOB+DIn3zrvTqQrPzfLcooue0z7rE=" providerId="None" clId="Web-{2F9D2391-4D57-441F-B564-E7DF9489D252}" dt="2025-04-23T22:25:24.303" v="640" actId="20577"/>
        <pc:sldMkLst>
          <pc:docMk/>
          <pc:sldMk cId="4246274872" sldId="263"/>
        </pc:sldMkLst>
        <pc:spChg chg="mod">
          <ac:chgData name="Ben Sherman" userId="B2Z592lpL5s/ObuOB+DIn3zrvTqQrPzfLcooue0z7rE=" providerId="None" clId="Web-{2F9D2391-4D57-441F-B564-E7DF9489D252}" dt="2025-04-23T22:25:24.303" v="640" actId="20577"/>
          <ac:spMkLst>
            <pc:docMk/>
            <pc:sldMk cId="4246274872" sldId="263"/>
            <ac:spMk id="3" creationId="{6701835A-78B4-34AD-A33F-C2B45BD05C7A}"/>
          </ac:spMkLst>
        </pc:spChg>
      </pc:sldChg>
      <pc:sldChg chg="addSp delSp modSp add replId">
        <pc:chgData name="Ben Sherman" userId="B2Z592lpL5s/ObuOB+DIn3zrvTqQrPzfLcooue0z7rE=" providerId="None" clId="Web-{2F9D2391-4D57-441F-B564-E7DF9489D252}" dt="2025-04-23T21:51:56.993" v="525"/>
        <pc:sldMkLst>
          <pc:docMk/>
          <pc:sldMk cId="782327829" sldId="264"/>
        </pc:sldMkLst>
        <pc:spChg chg="mod">
          <ac:chgData name="Ben Sherman" userId="B2Z592lpL5s/ObuOB+DIn3zrvTqQrPzfLcooue0z7rE=" providerId="None" clId="Web-{2F9D2391-4D57-441F-B564-E7DF9489D252}" dt="2025-04-23T21:31:56.125" v="519" actId="20577"/>
          <ac:spMkLst>
            <pc:docMk/>
            <pc:sldMk cId="782327829" sldId="264"/>
            <ac:spMk id="3" creationId="{13DE6AC4-E840-E8A4-F3FE-D8922114393A}"/>
          </ac:spMkLst>
        </pc:spChg>
        <pc:spChg chg="del">
          <ac:chgData name="Ben Sherman" userId="B2Z592lpL5s/ObuOB+DIn3zrvTqQrPzfLcooue0z7rE=" providerId="None" clId="Web-{2F9D2391-4D57-441F-B564-E7DF9489D252}" dt="2025-04-23T21:22:30.542" v="268"/>
          <ac:spMkLst>
            <pc:docMk/>
            <pc:sldMk cId="782327829" sldId="264"/>
            <ac:spMk id="6" creationId="{C3EFD31F-230C-0219-9871-CCE831061DAE}"/>
          </ac:spMkLst>
        </pc:spChg>
        <pc:picChg chg="add mod modCrop">
          <ac:chgData name="Ben Sherman" userId="B2Z592lpL5s/ObuOB+DIn3zrvTqQrPzfLcooue0z7rE=" providerId="None" clId="Web-{2F9D2391-4D57-441F-B564-E7DF9489D252}" dt="2025-04-23T21:51:56.993" v="525"/>
          <ac:picMkLst>
            <pc:docMk/>
            <pc:sldMk cId="782327829" sldId="264"/>
            <ac:picMk id="4" creationId="{76B53782-4880-077C-2946-ABFF71C7ABA5}"/>
          </ac:picMkLst>
        </pc:picChg>
        <pc:picChg chg="del">
          <ac:chgData name="Ben Sherman" userId="B2Z592lpL5s/ObuOB+DIn3zrvTqQrPzfLcooue0z7rE=" providerId="None" clId="Web-{2F9D2391-4D57-441F-B564-E7DF9489D252}" dt="2025-04-23T21:22:29.230" v="266"/>
          <ac:picMkLst>
            <pc:docMk/>
            <pc:sldMk cId="782327829" sldId="264"/>
            <ac:picMk id="5" creationId="{A378B3C2-0AD0-8835-F2E9-06A4E49D4169}"/>
          </ac:picMkLst>
        </pc:picChg>
        <pc:cxnChg chg="del mod">
          <ac:chgData name="Ben Sherman" userId="B2Z592lpL5s/ObuOB+DIn3zrvTqQrPzfLcooue0z7rE=" providerId="None" clId="Web-{2F9D2391-4D57-441F-B564-E7DF9489D252}" dt="2025-04-23T21:22:30.542" v="267"/>
          <ac:cxnSpMkLst>
            <pc:docMk/>
            <pc:sldMk cId="782327829" sldId="264"/>
            <ac:cxnSpMk id="8" creationId="{63FF226D-E95D-9D3F-1F3E-4BFA75DD739F}"/>
          </ac:cxnSpMkLst>
        </pc:cxnChg>
      </pc:sldChg>
      <pc:sldChg chg="addSp delSp modSp add replId">
        <pc:chgData name="Ben Sherman" userId="B2Z592lpL5s/ObuOB+DIn3zrvTqQrPzfLcooue0z7rE=" providerId="None" clId="Web-{2F9D2391-4D57-441F-B564-E7DF9489D252}" dt="2025-04-23T22:24:34.037" v="637" actId="1076"/>
        <pc:sldMkLst>
          <pc:docMk/>
          <pc:sldMk cId="241751226" sldId="265"/>
        </pc:sldMkLst>
        <pc:spChg chg="mod">
          <ac:chgData name="Ben Sherman" userId="B2Z592lpL5s/ObuOB+DIn3zrvTqQrPzfLcooue0z7rE=" providerId="None" clId="Web-{2F9D2391-4D57-441F-B564-E7DF9489D252}" dt="2025-04-23T22:21:07.881" v="604" actId="14100"/>
          <ac:spMkLst>
            <pc:docMk/>
            <pc:sldMk cId="241751226" sldId="265"/>
            <ac:spMk id="3" creationId="{75AEBF92-EA47-1DCF-AF89-4E16FF78499D}"/>
          </ac:spMkLst>
        </pc:spChg>
        <pc:spChg chg="add mod">
          <ac:chgData name="Ben Sherman" userId="B2Z592lpL5s/ObuOB+DIn3zrvTqQrPzfLcooue0z7rE=" providerId="None" clId="Web-{2F9D2391-4D57-441F-B564-E7DF9489D252}" dt="2025-04-23T22:24:34.037" v="637" actId="1076"/>
          <ac:spMkLst>
            <pc:docMk/>
            <pc:sldMk cId="241751226" sldId="265"/>
            <ac:spMk id="6" creationId="{F4D46DAF-62DA-0E9E-BD58-904A2FA1EB2E}"/>
          </ac:spMkLst>
        </pc:spChg>
        <pc:picChg chg="add del mod">
          <ac:chgData name="Ben Sherman" userId="B2Z592lpL5s/ObuOB+DIn3zrvTqQrPzfLcooue0z7rE=" providerId="None" clId="Web-{2F9D2391-4D57-441F-B564-E7DF9489D252}" dt="2025-04-23T22:11:00.116" v="548"/>
          <ac:picMkLst>
            <pc:docMk/>
            <pc:sldMk cId="241751226" sldId="265"/>
            <ac:picMk id="4" creationId="{4F34EA0F-D9F5-2B3A-F8F1-A113079F1609}"/>
          </ac:picMkLst>
        </pc:picChg>
        <pc:picChg chg="add mod">
          <ac:chgData name="Ben Sherman" userId="B2Z592lpL5s/ObuOB+DIn3zrvTqQrPzfLcooue0z7rE=" providerId="None" clId="Web-{2F9D2391-4D57-441F-B564-E7DF9489D252}" dt="2025-04-23T22:24:28.350" v="636" actId="1076"/>
          <ac:picMkLst>
            <pc:docMk/>
            <pc:sldMk cId="241751226" sldId="265"/>
            <ac:picMk id="5" creationId="{4214EDFE-DBEB-4280-5C83-B7EE0C1E3224}"/>
          </ac:picMkLst>
        </pc:picChg>
      </pc:sldChg>
    </pc:docChg>
  </pc:docChgLst>
  <pc:docChgLst>
    <pc:chgData name="Ben Sherman" userId="B2Z592lpL5s/ObuOB+DIn3zrvTqQrPzfLcooue0z7rE=" providerId="None" clId="Web-{FA9E3DA8-AD8F-4FB6-8013-EF84CFD2FA5E}"/>
    <pc:docChg chg="addSld modSld sldOrd">
      <pc:chgData name="Ben Sherman" userId="B2Z592lpL5s/ObuOB+DIn3zrvTqQrPzfLcooue0z7rE=" providerId="None" clId="Web-{FA9E3DA8-AD8F-4FB6-8013-EF84CFD2FA5E}" dt="2025-04-25T19:44:31.531" v="168" actId="20577"/>
      <pc:docMkLst>
        <pc:docMk/>
      </pc:docMkLst>
      <pc:sldChg chg="modSp">
        <pc:chgData name="Ben Sherman" userId="B2Z592lpL5s/ObuOB+DIn3zrvTqQrPzfLcooue0z7rE=" providerId="None" clId="Web-{FA9E3DA8-AD8F-4FB6-8013-EF84CFD2FA5E}" dt="2025-04-25T17:53:02.100" v="147" actId="1076"/>
        <pc:sldMkLst>
          <pc:docMk/>
          <pc:sldMk cId="3574016278" sldId="261"/>
        </pc:sldMkLst>
        <pc:spChg chg="mod">
          <ac:chgData name="Ben Sherman" userId="B2Z592lpL5s/ObuOB+DIn3zrvTqQrPzfLcooue0z7rE=" providerId="None" clId="Web-{FA9E3DA8-AD8F-4FB6-8013-EF84CFD2FA5E}" dt="2025-04-25T17:53:02.100" v="147" actId="1076"/>
          <ac:spMkLst>
            <pc:docMk/>
            <pc:sldMk cId="3574016278" sldId="261"/>
            <ac:spMk id="2" creationId="{E3C43296-AF3C-44E3-6EB9-D53A6BE21635}"/>
          </ac:spMkLst>
        </pc:spChg>
      </pc:sldChg>
      <pc:sldChg chg="modSp">
        <pc:chgData name="Ben Sherman" userId="B2Z592lpL5s/ObuOB+DIn3zrvTqQrPzfLcooue0z7rE=" providerId="None" clId="Web-{FA9E3DA8-AD8F-4FB6-8013-EF84CFD2FA5E}" dt="2025-04-25T19:44:31.531" v="168" actId="20577"/>
        <pc:sldMkLst>
          <pc:docMk/>
          <pc:sldMk cId="2173864584" sldId="262"/>
        </pc:sldMkLst>
        <pc:spChg chg="mod">
          <ac:chgData name="Ben Sherman" userId="B2Z592lpL5s/ObuOB+DIn3zrvTqQrPzfLcooue0z7rE=" providerId="None" clId="Web-{FA9E3DA8-AD8F-4FB6-8013-EF84CFD2FA5E}" dt="2025-04-25T19:44:31.531" v="168" actId="20577"/>
          <ac:spMkLst>
            <pc:docMk/>
            <pc:sldMk cId="2173864584" sldId="262"/>
            <ac:spMk id="25" creationId="{8391BEA6-9053-C542-76BF-51254999BBE7}"/>
          </ac:spMkLst>
        </pc:spChg>
      </pc:sldChg>
      <pc:sldChg chg="modSp add ord replId">
        <pc:chgData name="Ben Sherman" userId="B2Z592lpL5s/ObuOB+DIn3zrvTqQrPzfLcooue0z7rE=" providerId="None" clId="Web-{FA9E3DA8-AD8F-4FB6-8013-EF84CFD2FA5E}" dt="2025-04-25T17:44:58.148" v="143" actId="20577"/>
        <pc:sldMkLst>
          <pc:docMk/>
          <pc:sldMk cId="1702323773" sldId="266"/>
        </pc:sldMkLst>
        <pc:spChg chg="mod">
          <ac:chgData name="Ben Sherman" userId="B2Z592lpL5s/ObuOB+DIn3zrvTqQrPzfLcooue0z7rE=" providerId="None" clId="Web-{FA9E3DA8-AD8F-4FB6-8013-EF84CFD2FA5E}" dt="2025-04-25T17:24:04.670" v="21" actId="20577"/>
          <ac:spMkLst>
            <pc:docMk/>
            <pc:sldMk cId="1702323773" sldId="266"/>
            <ac:spMk id="2" creationId="{47C9F499-6D5A-06DA-D7D9-A086D33EFDE6}"/>
          </ac:spMkLst>
        </pc:spChg>
        <pc:spChg chg="mod">
          <ac:chgData name="Ben Sherman" userId="B2Z592lpL5s/ObuOB+DIn3zrvTqQrPzfLcooue0z7rE=" providerId="None" clId="Web-{FA9E3DA8-AD8F-4FB6-8013-EF84CFD2FA5E}" dt="2025-04-25T17:44:58.148" v="143" actId="20577"/>
          <ac:spMkLst>
            <pc:docMk/>
            <pc:sldMk cId="1702323773" sldId="266"/>
            <ac:spMk id="3" creationId="{21B6EFC4-B414-6FEB-B994-279AB6A09812}"/>
          </ac:spMkLst>
        </pc:spChg>
      </pc:sldChg>
    </pc:docChg>
  </pc:docChgLst>
  <pc:docChgLst>
    <pc:chgData name="Ben Sherman" userId="B2Z592lpL5s/ObuOB+DIn3zrvTqQrPzfLcooue0z7rE=" providerId="None" clId="Web-{4DFF4794-A07E-4332-A266-26B0AC0C634B}"/>
    <pc:docChg chg="addSld modSld">
      <pc:chgData name="Ben Sherman" userId="B2Z592lpL5s/ObuOB+DIn3zrvTqQrPzfLcooue0z7rE=" providerId="None" clId="Web-{4DFF4794-A07E-4332-A266-26B0AC0C634B}" dt="2025-04-23T20:18:25.161" v="132" actId="20577"/>
      <pc:docMkLst>
        <pc:docMk/>
      </pc:docMkLst>
      <pc:sldChg chg="modSp">
        <pc:chgData name="Ben Sherman" userId="B2Z592lpL5s/ObuOB+DIn3zrvTqQrPzfLcooue0z7rE=" providerId="None" clId="Web-{4DFF4794-A07E-4332-A266-26B0AC0C634B}" dt="2025-04-23T20:18:25.161" v="132" actId="20577"/>
        <pc:sldMkLst>
          <pc:docMk/>
          <pc:sldMk cId="109857222" sldId="256"/>
        </pc:sldMkLst>
        <pc:spChg chg="mod">
          <ac:chgData name="Ben Sherman" userId="B2Z592lpL5s/ObuOB+DIn3zrvTqQrPzfLcooue0z7rE=" providerId="None" clId="Web-{4DFF4794-A07E-4332-A266-26B0AC0C634B}" dt="2025-04-23T20:18:06.973" v="125" actId="1076"/>
          <ac:spMkLst>
            <pc:docMk/>
            <pc:sldMk cId="109857222" sldId="256"/>
            <ac:spMk id="2" creationId="{00000000-0000-0000-0000-000000000000}"/>
          </ac:spMkLst>
        </pc:spChg>
        <pc:spChg chg="mod">
          <ac:chgData name="Ben Sherman" userId="B2Z592lpL5s/ObuOB+DIn3zrvTqQrPzfLcooue0z7rE=" providerId="None" clId="Web-{4DFF4794-A07E-4332-A266-26B0AC0C634B}" dt="2025-04-23T20:18:25.161" v="132" actId="20577"/>
          <ac:spMkLst>
            <pc:docMk/>
            <pc:sldMk cId="109857222" sldId="256"/>
            <ac:spMk id="3" creationId="{00000000-0000-0000-0000-000000000000}"/>
          </ac:spMkLst>
        </pc:spChg>
      </pc:sldChg>
      <pc:sldChg chg="addSp delSp modSp new">
        <pc:chgData name="Ben Sherman" userId="B2Z592lpL5s/ObuOB+DIn3zrvTqQrPzfLcooue0z7rE=" providerId="None" clId="Web-{4DFF4794-A07E-4332-A266-26B0AC0C634B}" dt="2025-04-23T20:16:30.832" v="116" actId="14100"/>
        <pc:sldMkLst>
          <pc:docMk/>
          <pc:sldMk cId="2953827310" sldId="257"/>
        </pc:sldMkLst>
        <pc:spChg chg="mod">
          <ac:chgData name="Ben Sherman" userId="B2Z592lpL5s/ObuOB+DIn3zrvTqQrPzfLcooue0z7rE=" providerId="None" clId="Web-{4DFF4794-A07E-4332-A266-26B0AC0C634B}" dt="2025-04-23T20:15:23.426" v="86" actId="20577"/>
          <ac:spMkLst>
            <pc:docMk/>
            <pc:sldMk cId="2953827310" sldId="257"/>
            <ac:spMk id="2" creationId="{E5559F86-AE63-6EFA-2D98-AADCA404CCF9}"/>
          </ac:spMkLst>
        </pc:spChg>
        <pc:spChg chg="add del mod">
          <ac:chgData name="Ben Sherman" userId="B2Z592lpL5s/ObuOB+DIn3zrvTqQrPzfLcooue0z7rE=" providerId="None" clId="Web-{4DFF4794-A07E-4332-A266-26B0AC0C634B}" dt="2025-04-23T20:16:30.832" v="116" actId="14100"/>
          <ac:spMkLst>
            <pc:docMk/>
            <pc:sldMk cId="2953827310" sldId="257"/>
            <ac:spMk id="3" creationId="{2A19CC25-5BED-2BD3-2589-0067616A070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mailto:Bfranklin280@gmail.com" TargetMode="External"/><Relationship Id="rId2" Type="http://schemas.openxmlformats.org/officeDocument/2006/relationships/hyperlink" Target="mailto:Traceshafer@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descr="Box Packages">
            <a:extLst>
              <a:ext uri="{FF2B5EF4-FFF2-40B4-BE49-F238E27FC236}">
                <a16:creationId xmlns:a16="http://schemas.microsoft.com/office/drawing/2014/main" id="{5A7E6B9D-1215-EFF0-48DF-8AC68EA8282D}"/>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85"/>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5200">
                <a:solidFill>
                  <a:srgbClr val="FFFFFF"/>
                </a:solidFill>
              </a:rPr>
              <a:t>CubeSat – Control - Report Out</a:t>
            </a:r>
          </a:p>
        </p:txBody>
      </p:sp>
      <p:sp>
        <p:nvSpPr>
          <p:cNvPr id="3" name="Subtitle 2"/>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vert="horz" lIns="91440" tIns="45720" rIns="91440" bIns="45720" rtlCol="0" anchor="t">
            <a:normAutofit/>
          </a:bodyPr>
          <a:lstStyle/>
          <a:p>
            <a:r>
              <a:rPr lang="en-US">
                <a:solidFill>
                  <a:srgbClr val="FFFFFF"/>
                </a:solidFill>
              </a:rPr>
              <a:t>Ben Sherman </a:t>
            </a:r>
          </a:p>
          <a:p>
            <a:r>
              <a:rPr lang="en-US">
                <a:solidFill>
                  <a:srgbClr val="FFFFFF"/>
                </a:solidFill>
              </a:rPr>
              <a:t>Trace Shafer</a:t>
            </a: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1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8BA5F19-D5E1-4ECC-BEC2-DF7AEDFD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0CC88A9-A661-4C48-866E-8734E511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E3C43296-AF3C-44E3-6EB9-D53A6BE21635}"/>
              </a:ext>
            </a:extLst>
          </p:cNvPr>
          <p:cNvSpPr>
            <a:spLocks noGrp="1"/>
          </p:cNvSpPr>
          <p:nvPr>
            <p:ph type="title"/>
          </p:nvPr>
        </p:nvSpPr>
        <p:spPr>
          <a:xfrm>
            <a:off x="917073" y="240980"/>
            <a:ext cx="7655427" cy="1225656"/>
          </a:xfrm>
        </p:spPr>
        <p:txBody>
          <a:bodyPr vert="horz" lIns="91440" tIns="45720" rIns="91440" bIns="45720" rtlCol="0" anchor="b">
            <a:noAutofit/>
          </a:bodyPr>
          <a:lstStyle/>
          <a:p>
            <a:r>
              <a:rPr lang="en-US" sz="7200" b="1"/>
              <a:t>Software</a:t>
            </a:r>
          </a:p>
        </p:txBody>
      </p:sp>
      <p:pic>
        <p:nvPicPr>
          <p:cNvPr id="4" name="Picture 3" descr="A logo of a company&#10;&#10;AI-generated content may be incorrect.">
            <a:extLst>
              <a:ext uri="{FF2B5EF4-FFF2-40B4-BE49-F238E27FC236}">
                <a16:creationId xmlns:a16="http://schemas.microsoft.com/office/drawing/2014/main" id="{2D7B96E8-7041-9888-0FF7-51541D62C725}"/>
              </a:ext>
            </a:extLst>
          </p:cNvPr>
          <p:cNvPicPr>
            <a:picLocks noChangeAspect="1"/>
          </p:cNvPicPr>
          <p:nvPr/>
        </p:nvPicPr>
        <p:blipFill>
          <a:blip r:embed="rId2"/>
          <a:stretch>
            <a:fillRect/>
          </a:stretch>
        </p:blipFill>
        <p:spPr>
          <a:xfrm>
            <a:off x="1524000" y="2378029"/>
            <a:ext cx="4483510" cy="3284171"/>
          </a:xfrm>
          <a:prstGeom prst="rect">
            <a:avLst/>
          </a:prstGeom>
        </p:spPr>
      </p:pic>
      <p:pic>
        <p:nvPicPr>
          <p:cNvPr id="3" name="Picture 2" descr="A black and white logo with a person&amp;#39;s face&#10;&#10;AI-generated content may be incorrect.">
            <a:extLst>
              <a:ext uri="{FF2B5EF4-FFF2-40B4-BE49-F238E27FC236}">
                <a16:creationId xmlns:a16="http://schemas.microsoft.com/office/drawing/2014/main" id="{4817B11A-3D50-F9DA-6752-749E8B5AF7A0}"/>
              </a:ext>
            </a:extLst>
          </p:cNvPr>
          <p:cNvPicPr>
            <a:picLocks noChangeAspect="1"/>
          </p:cNvPicPr>
          <p:nvPr/>
        </p:nvPicPr>
        <p:blipFill>
          <a:blip r:embed="rId3"/>
          <a:stretch>
            <a:fillRect/>
          </a:stretch>
        </p:blipFill>
        <p:spPr>
          <a:xfrm>
            <a:off x="6204156" y="2764732"/>
            <a:ext cx="4483510" cy="2510765"/>
          </a:xfrm>
          <a:prstGeom prst="rect">
            <a:avLst/>
          </a:prstGeom>
        </p:spPr>
      </p:pic>
      <p:sp>
        <p:nvSpPr>
          <p:cNvPr id="20" name="Freeform: Shape 19">
            <a:extLst>
              <a:ext uri="{FF2B5EF4-FFF2-40B4-BE49-F238E27FC236}">
                <a16:creationId xmlns:a16="http://schemas.microsoft.com/office/drawing/2014/main" id="{CFDF195F-784B-4D00-8C92-6FC1B0499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4016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E5559F86-AE63-6EFA-2D98-AADCA404CCF9}"/>
              </a:ext>
            </a:extLst>
          </p:cNvPr>
          <p:cNvSpPr>
            <a:spLocks noGrp="1"/>
          </p:cNvSpPr>
          <p:nvPr>
            <p:ph type="title"/>
          </p:nvPr>
        </p:nvSpPr>
        <p:spPr>
          <a:xfrm>
            <a:off x="761802" y="762001"/>
            <a:ext cx="4080362" cy="1708242"/>
          </a:xfrm>
        </p:spPr>
        <p:txBody>
          <a:bodyPr anchor="ctr">
            <a:normAutofit/>
          </a:bodyPr>
          <a:lstStyle/>
          <a:p>
            <a:r>
              <a:rPr lang="en-US" sz="4000"/>
              <a:t>CubeSat MATLAB Simulation</a:t>
            </a:r>
          </a:p>
        </p:txBody>
      </p:sp>
      <p:sp>
        <p:nvSpPr>
          <p:cNvPr id="3" name="Content Placeholder 2">
            <a:extLst>
              <a:ext uri="{FF2B5EF4-FFF2-40B4-BE49-F238E27FC236}">
                <a16:creationId xmlns:a16="http://schemas.microsoft.com/office/drawing/2014/main" id="{2A19CC25-5BED-2BD3-2589-0067616A0701}"/>
              </a:ext>
            </a:extLst>
          </p:cNvPr>
          <p:cNvSpPr>
            <a:spLocks noGrp="1"/>
          </p:cNvSpPr>
          <p:nvPr>
            <p:ph idx="1"/>
          </p:nvPr>
        </p:nvSpPr>
        <p:spPr>
          <a:xfrm>
            <a:off x="761803" y="2129742"/>
            <a:ext cx="4423514" cy="4110336"/>
          </a:xfrm>
        </p:spPr>
        <p:txBody>
          <a:bodyPr vert="horz" lIns="91440" tIns="45720" rIns="91440" bIns="45720" rtlCol="0" anchor="ctr">
            <a:normAutofit/>
          </a:bodyPr>
          <a:lstStyle/>
          <a:p>
            <a:r>
              <a:rPr lang="en-US" sz="2000"/>
              <a:t>Go to Drop Box -&gt; CubeSat -&gt; Control -&gt; Simulation -&gt; Simulation</a:t>
            </a:r>
          </a:p>
          <a:p>
            <a:endParaRPr lang="en-US" sz="2000"/>
          </a:p>
          <a:p>
            <a:r>
              <a:rPr lang="en-US" sz="2000"/>
              <a:t>Once MATLAB opens you can run it. </a:t>
            </a:r>
          </a:p>
          <a:p>
            <a:endParaRPr lang="en-US" sz="2000"/>
          </a:p>
          <a:p>
            <a:r>
              <a:rPr lang="en-US" sz="2000"/>
              <a:t>All files needed to run the program are within the Simulation folder.</a:t>
            </a:r>
          </a:p>
          <a:p>
            <a:endParaRPr lang="en-US" sz="2000"/>
          </a:p>
          <a:p>
            <a:r>
              <a:rPr lang="en-US" sz="2000"/>
              <a:t>It is a LQR controller that has gain scheduling implemented with an EKF observer </a:t>
            </a:r>
          </a:p>
        </p:txBody>
      </p:sp>
      <p:sp>
        <p:nvSpPr>
          <p:cNvPr id="16" name="Rectangle 15">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200" y="0"/>
            <a:ext cx="678179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ollage of graphs&#10;&#10;AI-generated content may be incorrect.">
            <a:extLst>
              <a:ext uri="{FF2B5EF4-FFF2-40B4-BE49-F238E27FC236}">
                <a16:creationId xmlns:a16="http://schemas.microsoft.com/office/drawing/2014/main" id="{14172CC4-879A-632E-15E5-4B7E0BF2AD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368667"/>
            <a:ext cx="5334197" cy="4120667"/>
          </a:xfrm>
          <a:prstGeom prst="rect">
            <a:avLst/>
          </a:prstGeom>
        </p:spPr>
      </p:pic>
    </p:spTree>
    <p:extLst>
      <p:ext uri="{BB962C8B-B14F-4D97-AF65-F5344CB8AC3E}">
        <p14:creationId xmlns:p14="http://schemas.microsoft.com/office/powerpoint/2010/main" val="2953827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935F94DD-D13A-ED07-60E6-A5BDADF94E03}"/>
              </a:ext>
            </a:extLst>
          </p:cNvPr>
          <p:cNvSpPr>
            <a:spLocks noGrp="1"/>
          </p:cNvSpPr>
          <p:nvPr>
            <p:ph type="title"/>
          </p:nvPr>
        </p:nvSpPr>
        <p:spPr>
          <a:xfrm>
            <a:off x="838200" y="713312"/>
            <a:ext cx="4038600" cy="5431376"/>
          </a:xfrm>
        </p:spPr>
        <p:txBody>
          <a:bodyPr>
            <a:normAutofit/>
          </a:bodyPr>
          <a:lstStyle/>
          <a:p>
            <a:r>
              <a:rPr lang="en-US"/>
              <a:t>Rust Conversion</a:t>
            </a:r>
          </a:p>
        </p:txBody>
      </p:sp>
      <p:sp>
        <p:nvSpPr>
          <p:cNvPr id="25" name="Content Placeholder 2">
            <a:extLst>
              <a:ext uri="{FF2B5EF4-FFF2-40B4-BE49-F238E27FC236}">
                <a16:creationId xmlns:a16="http://schemas.microsoft.com/office/drawing/2014/main" id="{8391BEA6-9053-C542-76BF-51254999BBE7}"/>
              </a:ext>
            </a:extLst>
          </p:cNvPr>
          <p:cNvSpPr>
            <a:spLocks noGrp="1"/>
          </p:cNvSpPr>
          <p:nvPr>
            <p:ph idx="1"/>
          </p:nvPr>
        </p:nvSpPr>
        <p:spPr>
          <a:xfrm>
            <a:off x="6095999" y="713313"/>
            <a:ext cx="5257801" cy="5431376"/>
          </a:xfrm>
        </p:spPr>
        <p:txBody>
          <a:bodyPr vert="horz" lIns="91440" tIns="45720" rIns="91440" bIns="45720" rtlCol="0" anchor="ctr">
            <a:normAutofit/>
          </a:bodyPr>
          <a:lstStyle/>
          <a:p>
            <a:r>
              <a:rPr lang="en-US" sz="2000"/>
              <a:t>To convert to Rust I have been trying to make the MATLAB simulation to be in one file to be able to use AI to help convert the code into Rust.</a:t>
            </a:r>
          </a:p>
          <a:p>
            <a:r>
              <a:rPr lang="en-US" sz="2000"/>
              <a:t>To find that code go to Drop Box -&gt; CubeSat -&gt; CONTROL -&gt;  Simulation – Test -&gt; </a:t>
            </a:r>
            <a:r>
              <a:rPr lang="en-US" sz="2000" err="1"/>
              <a:t>ClaudeTest</a:t>
            </a:r>
          </a:p>
        </p:txBody>
      </p:sp>
    </p:spTree>
    <p:extLst>
      <p:ext uri="{BB962C8B-B14F-4D97-AF65-F5344CB8AC3E}">
        <p14:creationId xmlns:p14="http://schemas.microsoft.com/office/powerpoint/2010/main" val="2173864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80332CA-DAB3-2567-7654-648801EFD200}"/>
              </a:ext>
            </a:extLst>
          </p:cNvPr>
          <p:cNvSpPr>
            <a:spLocks noGrp="1"/>
          </p:cNvSpPr>
          <p:nvPr>
            <p:ph type="title"/>
          </p:nvPr>
        </p:nvSpPr>
        <p:spPr>
          <a:xfrm>
            <a:off x="1137034" y="609600"/>
            <a:ext cx="4784796" cy="1330840"/>
          </a:xfrm>
        </p:spPr>
        <p:txBody>
          <a:bodyPr>
            <a:normAutofit/>
          </a:bodyPr>
          <a:lstStyle/>
          <a:p>
            <a:r>
              <a:rPr lang="en-US"/>
              <a:t>B-dot </a:t>
            </a:r>
          </a:p>
        </p:txBody>
      </p:sp>
      <p:sp>
        <p:nvSpPr>
          <p:cNvPr id="3" name="Content Placeholder 2">
            <a:extLst>
              <a:ext uri="{FF2B5EF4-FFF2-40B4-BE49-F238E27FC236}">
                <a16:creationId xmlns:a16="http://schemas.microsoft.com/office/drawing/2014/main" id="{149B16CC-5976-88FF-EAF8-9779C2BD441E}"/>
              </a:ext>
            </a:extLst>
          </p:cNvPr>
          <p:cNvSpPr>
            <a:spLocks noGrp="1"/>
          </p:cNvSpPr>
          <p:nvPr>
            <p:ph idx="1"/>
          </p:nvPr>
        </p:nvSpPr>
        <p:spPr>
          <a:xfrm>
            <a:off x="1137034" y="2194102"/>
            <a:ext cx="4438036" cy="3908585"/>
          </a:xfrm>
        </p:spPr>
        <p:txBody>
          <a:bodyPr vert="horz" lIns="91440" tIns="45720" rIns="91440" bIns="45720" rtlCol="0">
            <a:normAutofit/>
          </a:bodyPr>
          <a:lstStyle/>
          <a:p>
            <a:r>
              <a:rPr lang="en-US" sz="2000"/>
              <a:t>There is a working Rust code that has B-dot running, file too large to fit in Dropbox</a:t>
            </a:r>
          </a:p>
          <a:p>
            <a:pPr lvl="1"/>
            <a:r>
              <a:rPr lang="en-US" sz="2000"/>
              <a:t>Cargo Run</a:t>
            </a:r>
          </a:p>
        </p:txBody>
      </p:sp>
      <p:pic>
        <p:nvPicPr>
          <p:cNvPr id="4" name="Picture 3">
            <a:extLst>
              <a:ext uri="{FF2B5EF4-FFF2-40B4-BE49-F238E27FC236}">
                <a16:creationId xmlns:a16="http://schemas.microsoft.com/office/drawing/2014/main" id="{D67AFF26-86E7-6F38-F3E0-15F57477996C}"/>
              </a:ext>
            </a:extLst>
          </p:cNvPr>
          <p:cNvPicPr>
            <a:picLocks noChangeAspect="1"/>
          </p:cNvPicPr>
          <p:nvPr/>
        </p:nvPicPr>
        <p:blipFill>
          <a:blip r:embed="rId2"/>
          <a:stretch>
            <a:fillRect/>
          </a:stretch>
        </p:blipFill>
        <p:spPr>
          <a:xfrm>
            <a:off x="6880610" y="1645723"/>
            <a:ext cx="4737650" cy="3588769"/>
          </a:xfrm>
          <a:prstGeom prst="rect">
            <a:avLst/>
          </a:prstGeom>
        </p:spPr>
      </p:pic>
    </p:spTree>
    <p:extLst>
      <p:ext uri="{BB962C8B-B14F-4D97-AF65-F5344CB8AC3E}">
        <p14:creationId xmlns:p14="http://schemas.microsoft.com/office/powerpoint/2010/main" val="3068839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914E241-5E62-6FB8-939B-7DD67ADD74B9}"/>
              </a:ext>
            </a:extLst>
          </p:cNvPr>
          <p:cNvSpPr>
            <a:spLocks noGrp="1"/>
          </p:cNvSpPr>
          <p:nvPr>
            <p:ph type="title"/>
          </p:nvPr>
        </p:nvSpPr>
        <p:spPr>
          <a:xfrm>
            <a:off x="1137034" y="609597"/>
            <a:ext cx="9392421" cy="1330841"/>
          </a:xfrm>
        </p:spPr>
        <p:txBody>
          <a:bodyPr>
            <a:normAutofit/>
          </a:bodyPr>
          <a:lstStyle/>
          <a:p>
            <a:r>
              <a:rPr lang="en-US"/>
              <a:t>Recommended Improvements</a:t>
            </a:r>
          </a:p>
        </p:txBody>
      </p:sp>
      <p:sp>
        <p:nvSpPr>
          <p:cNvPr id="3" name="Content Placeholder 2">
            <a:extLst>
              <a:ext uri="{FF2B5EF4-FFF2-40B4-BE49-F238E27FC236}">
                <a16:creationId xmlns:a16="http://schemas.microsoft.com/office/drawing/2014/main" id="{B282E56B-4166-664B-3B8B-5B0910EB044A}"/>
              </a:ext>
            </a:extLst>
          </p:cNvPr>
          <p:cNvSpPr>
            <a:spLocks noGrp="1"/>
          </p:cNvSpPr>
          <p:nvPr>
            <p:ph idx="1"/>
          </p:nvPr>
        </p:nvSpPr>
        <p:spPr>
          <a:xfrm>
            <a:off x="1137034" y="2198362"/>
            <a:ext cx="4958966" cy="3917773"/>
          </a:xfrm>
        </p:spPr>
        <p:txBody>
          <a:bodyPr vert="horz" lIns="91440" tIns="45720" rIns="91440" bIns="45720" rtlCol="0">
            <a:normAutofit/>
          </a:bodyPr>
          <a:lstStyle/>
          <a:p>
            <a:r>
              <a:rPr lang="en-US" sz="2000"/>
              <a:t>Using </a:t>
            </a:r>
            <a:r>
              <a:rPr lang="en-US" sz="2000" b="0" i="0">
                <a:effectLst/>
                <a:latin typeface="Google Sans"/>
              </a:rPr>
              <a:t>Nonlinear Dynamic Inversion (</a:t>
            </a:r>
            <a:r>
              <a:rPr lang="en-US" sz="2000"/>
              <a:t>NDI) Controller (Will need to figure out equations, but think it will be better suited for the CubeSat as it has nonlinearities). We implemented gain scheduling as a work around to make our control system stable.</a:t>
            </a:r>
          </a:p>
          <a:p>
            <a:endParaRPr lang="en-US" sz="2000"/>
          </a:p>
        </p:txBody>
      </p:sp>
      <p:pic>
        <p:nvPicPr>
          <p:cNvPr id="5" name="Picture 4">
            <a:extLst>
              <a:ext uri="{FF2B5EF4-FFF2-40B4-BE49-F238E27FC236}">
                <a16:creationId xmlns:a16="http://schemas.microsoft.com/office/drawing/2014/main" id="{98875F54-FE82-E7E9-31C6-A1D64391A180}"/>
              </a:ext>
            </a:extLst>
          </p:cNvPr>
          <p:cNvPicPr>
            <a:picLocks noChangeAspect="1"/>
          </p:cNvPicPr>
          <p:nvPr/>
        </p:nvPicPr>
        <p:blipFill>
          <a:blip r:embed="rId2"/>
          <a:stretch>
            <a:fillRect/>
          </a:stretch>
        </p:blipFill>
        <p:spPr>
          <a:xfrm>
            <a:off x="6719367" y="3087213"/>
            <a:ext cx="4788505" cy="1951316"/>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lowchart: Connector 3">
            <a:extLst>
              <a:ext uri="{FF2B5EF4-FFF2-40B4-BE49-F238E27FC236}">
                <a16:creationId xmlns:a16="http://schemas.microsoft.com/office/drawing/2014/main" id="{0387E530-0421-E772-485A-E2ACC149E2FA}"/>
              </a:ext>
            </a:extLst>
          </p:cNvPr>
          <p:cNvSpPr/>
          <p:nvPr/>
        </p:nvSpPr>
        <p:spPr>
          <a:xfrm>
            <a:off x="7846141" y="2950267"/>
            <a:ext cx="1268361" cy="1311768"/>
          </a:xfrm>
          <a:prstGeom prst="flowChartConnector">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noFill/>
            </a:endParaRPr>
          </a:p>
        </p:txBody>
      </p:sp>
      <p:cxnSp>
        <p:nvCxnSpPr>
          <p:cNvPr id="7" name="Straight Connector 6">
            <a:extLst>
              <a:ext uri="{FF2B5EF4-FFF2-40B4-BE49-F238E27FC236}">
                <a16:creationId xmlns:a16="http://schemas.microsoft.com/office/drawing/2014/main" id="{5F1DE032-064A-B69C-85FE-1BB6DD2892AA}"/>
              </a:ext>
            </a:extLst>
          </p:cNvPr>
          <p:cNvCxnSpPr>
            <a:cxnSpLocks/>
            <a:endCxn id="4" idx="5"/>
          </p:cNvCxnSpPr>
          <p:nvPr/>
        </p:nvCxnSpPr>
        <p:spPr>
          <a:xfrm>
            <a:off x="8052619" y="3111323"/>
            <a:ext cx="876136" cy="958608"/>
          </a:xfrm>
          <a:prstGeom prst="line">
            <a:avLst/>
          </a:prstGeom>
          <a:ln w="762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32229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187FBA-5825-9A82-D486-54B9548D9B17}"/>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E6A1BC7-7723-62C1-9F0E-15AC84986723}"/>
              </a:ext>
            </a:extLst>
          </p:cNvPr>
          <p:cNvSpPr>
            <a:spLocks noGrp="1"/>
          </p:cNvSpPr>
          <p:nvPr>
            <p:ph type="title"/>
          </p:nvPr>
        </p:nvSpPr>
        <p:spPr>
          <a:xfrm>
            <a:off x="1137034" y="609597"/>
            <a:ext cx="9392421" cy="1330841"/>
          </a:xfrm>
        </p:spPr>
        <p:txBody>
          <a:bodyPr>
            <a:normAutofit/>
          </a:bodyPr>
          <a:lstStyle/>
          <a:p>
            <a:r>
              <a:rPr lang="en-US"/>
              <a:t>Recommended Improvements</a:t>
            </a:r>
          </a:p>
        </p:txBody>
      </p:sp>
      <p:sp>
        <p:nvSpPr>
          <p:cNvPr id="3" name="Content Placeholder 2">
            <a:extLst>
              <a:ext uri="{FF2B5EF4-FFF2-40B4-BE49-F238E27FC236}">
                <a16:creationId xmlns:a16="http://schemas.microsoft.com/office/drawing/2014/main" id="{13DE6AC4-E840-E8A4-F3FE-D8922114393A}"/>
              </a:ext>
            </a:extLst>
          </p:cNvPr>
          <p:cNvSpPr>
            <a:spLocks noGrp="1"/>
          </p:cNvSpPr>
          <p:nvPr>
            <p:ph idx="1"/>
          </p:nvPr>
        </p:nvSpPr>
        <p:spPr>
          <a:xfrm>
            <a:off x="1137034" y="2198362"/>
            <a:ext cx="4958966" cy="3917773"/>
          </a:xfrm>
        </p:spPr>
        <p:txBody>
          <a:bodyPr vert="horz" lIns="91440" tIns="45720" rIns="91440" bIns="45720" rtlCol="0">
            <a:normAutofit/>
          </a:bodyPr>
          <a:lstStyle/>
          <a:p>
            <a:r>
              <a:rPr lang="en-US" sz="2000"/>
              <a:t>We met with Dr. Eve's and we made a list of things that need to be done before the CubeSat goes up. Most of them are different simulations that need to be run.</a:t>
            </a:r>
          </a:p>
          <a:p>
            <a:endParaRPr lang="en-US" sz="2000"/>
          </a:p>
          <a:p>
            <a:r>
              <a:rPr lang="en-US" sz="2000"/>
              <a:t>To find those Drop Box -&gt; CUBESAT -&gt; Control -&gt; Testing -&gt; Dr. Eves Notes and img_evesnotes</a:t>
            </a:r>
          </a:p>
          <a:p>
            <a:pPr lvl="1"/>
            <a:r>
              <a:rPr lang="en-US" sz="2000"/>
              <a:t>Get those done!</a:t>
            </a:r>
          </a:p>
          <a:p>
            <a:endParaRPr lang="en-US" sz="2000"/>
          </a:p>
        </p:txBody>
      </p:sp>
      <p:pic>
        <p:nvPicPr>
          <p:cNvPr id="4" name="Picture 3" descr="A white board with writing on it&#10;&#10;AI-generated content may be incorrect.">
            <a:extLst>
              <a:ext uri="{FF2B5EF4-FFF2-40B4-BE49-F238E27FC236}">
                <a16:creationId xmlns:a16="http://schemas.microsoft.com/office/drawing/2014/main" id="{76B53782-4880-077C-2946-ABFF71C7ABA5}"/>
              </a:ext>
            </a:extLst>
          </p:cNvPr>
          <p:cNvPicPr>
            <a:picLocks noChangeAspect="1"/>
          </p:cNvPicPr>
          <p:nvPr/>
        </p:nvPicPr>
        <p:blipFill>
          <a:blip r:embed="rId2"/>
          <a:srcRect l="9533" t="15672" r="12710" b="13930"/>
          <a:stretch/>
        </p:blipFill>
        <p:spPr>
          <a:xfrm>
            <a:off x="6719367" y="2437128"/>
            <a:ext cx="4788505" cy="3251486"/>
          </a:xfrm>
          <a:prstGeom prst="rect">
            <a:avLst/>
          </a:prstGeom>
        </p:spPr>
      </p:pic>
      <p:sp>
        <p:nvSpPr>
          <p:cNvPr id="20" name="Freeform: Shape 19">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82327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62D2D6D-8C19-6CDB-538D-0F55BD473E1A}"/>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Machining</a:t>
            </a:r>
          </a:p>
        </p:txBody>
      </p:sp>
      <p:sp>
        <p:nvSpPr>
          <p:cNvPr id="3" name="Content Placeholder 2">
            <a:extLst>
              <a:ext uri="{FF2B5EF4-FFF2-40B4-BE49-F238E27FC236}">
                <a16:creationId xmlns:a16="http://schemas.microsoft.com/office/drawing/2014/main" id="{FFBB4B5D-4F3D-8275-A98C-144375A95131}"/>
              </a:ext>
            </a:extLst>
          </p:cNvPr>
          <p:cNvSpPr>
            <a:spLocks noGrp="1"/>
          </p:cNvSpPr>
          <p:nvPr>
            <p:ph idx="1"/>
          </p:nvPr>
        </p:nvSpPr>
        <p:spPr>
          <a:xfrm>
            <a:off x="1957987" y="2431765"/>
            <a:ext cx="8276026" cy="3320031"/>
          </a:xfrm>
        </p:spPr>
        <p:txBody>
          <a:bodyPr vert="horz" lIns="91440" tIns="45720" rIns="91440" bIns="45720" rtlCol="0" anchor="ctr">
            <a:normAutofit/>
          </a:bodyPr>
          <a:lstStyle/>
          <a:p>
            <a:r>
              <a:rPr lang="en-US" sz="2000">
                <a:solidFill>
                  <a:schemeClr val="tx1">
                    <a:lumMod val="85000"/>
                    <a:lumOff val="15000"/>
                  </a:schemeClr>
                </a:solidFill>
              </a:rPr>
              <a:t>We did machine and fully assemble the reaction wheel mount.</a:t>
            </a:r>
          </a:p>
          <a:p>
            <a:r>
              <a:rPr lang="en-US" sz="2000">
                <a:solidFill>
                  <a:schemeClr val="tx1">
                    <a:lumMod val="85000"/>
                    <a:lumOff val="15000"/>
                  </a:schemeClr>
                </a:solidFill>
              </a:rPr>
              <a:t>If the piece does need to get remade, it can be found in the manufacturing folder.</a:t>
            </a:r>
          </a:p>
          <a:p>
            <a:r>
              <a:rPr lang="en-US" sz="2000">
                <a:solidFill>
                  <a:schemeClr val="tx1">
                    <a:lumMod val="85000"/>
                    <a:lumOff val="15000"/>
                  </a:schemeClr>
                </a:solidFill>
              </a:rPr>
              <a:t>The fusion files are in there that are needed for the CNC, and pictures are included for what needs to be done on the manual mill. The tool library can also be found, please meet with Professor Schiller if tool numbers have changed in the DMG Mori.</a:t>
            </a:r>
          </a:p>
          <a:p>
            <a:r>
              <a:rPr lang="en-US" sz="2000">
                <a:solidFill>
                  <a:schemeClr val="tx1">
                    <a:lumMod val="85000"/>
                    <a:lumOff val="15000"/>
                  </a:schemeClr>
                </a:solidFill>
              </a:rPr>
              <a:t>The stl files for the jig I used for drilling the holes can be found in the manufacturing folder as well.</a:t>
            </a:r>
          </a:p>
        </p:txBody>
      </p:sp>
      <p:sp>
        <p:nvSpPr>
          <p:cNvPr id="19" name="Freeform: Shape 18">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7416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24ECE0C-F441-A266-A6E4-4FF0EDFB4C0F}"/>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Testing</a:t>
            </a:r>
          </a:p>
        </p:txBody>
      </p:sp>
      <p:sp>
        <p:nvSpPr>
          <p:cNvPr id="3" name="Content Placeholder 2">
            <a:extLst>
              <a:ext uri="{FF2B5EF4-FFF2-40B4-BE49-F238E27FC236}">
                <a16:creationId xmlns:a16="http://schemas.microsoft.com/office/drawing/2014/main" id="{6701835A-78B4-34AD-A33F-C2B45BD05C7A}"/>
              </a:ext>
            </a:extLst>
          </p:cNvPr>
          <p:cNvSpPr>
            <a:spLocks noGrp="1"/>
          </p:cNvSpPr>
          <p:nvPr>
            <p:ph idx="1"/>
          </p:nvPr>
        </p:nvSpPr>
        <p:spPr>
          <a:xfrm>
            <a:off x="1957987" y="2431765"/>
            <a:ext cx="8276026" cy="3320031"/>
          </a:xfrm>
        </p:spPr>
        <p:txBody>
          <a:bodyPr vert="horz" lIns="91440" tIns="45720" rIns="91440" bIns="45720" rtlCol="0" anchor="ctr">
            <a:normAutofit/>
          </a:bodyPr>
          <a:lstStyle/>
          <a:p>
            <a:r>
              <a:rPr lang="en-US" sz="2000">
                <a:solidFill>
                  <a:schemeClr val="tx1">
                    <a:lumMod val="85000"/>
                    <a:lumOff val="15000"/>
                  </a:schemeClr>
                </a:solidFill>
              </a:rPr>
              <a:t>We could not test this year due to parts not arriving on time and the MATLAB simulation not being converted into rust.</a:t>
            </a:r>
          </a:p>
          <a:p>
            <a:r>
              <a:rPr lang="en-US" sz="2000">
                <a:solidFill>
                  <a:schemeClr val="tx1">
                    <a:lumMod val="85000"/>
                    <a:lumOff val="15000"/>
                  </a:schemeClr>
                </a:solidFill>
              </a:rPr>
              <a:t>We have a list of testing requirements on our test readiness review that need to be tested, that can be found in the reviews folder.</a:t>
            </a:r>
          </a:p>
          <a:p>
            <a:pPr marL="0" indent="0">
              <a:buNone/>
            </a:pPr>
            <a:endParaRPr lang="en-US" sz="2000">
              <a:solidFill>
                <a:schemeClr val="tx1">
                  <a:lumMod val="85000"/>
                  <a:lumOff val="15000"/>
                </a:schemeClr>
              </a:solidFill>
            </a:endParaRPr>
          </a:p>
        </p:txBody>
      </p:sp>
      <p:sp>
        <p:nvSpPr>
          <p:cNvPr id="19" name="Freeform: Shape 18">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6274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89A15D-D9F2-1A31-33DC-DDBAB090470A}"/>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C996290-AED7-2E98-5700-BAB8FBE59DAB}"/>
              </a:ext>
            </a:extLst>
          </p:cNvPr>
          <p:cNvSpPr>
            <a:spLocks noGrp="1"/>
          </p:cNvSpPr>
          <p:nvPr>
            <p:ph type="title"/>
          </p:nvPr>
        </p:nvSpPr>
        <p:spPr>
          <a:xfrm>
            <a:off x="1137034" y="609597"/>
            <a:ext cx="9392421" cy="1330841"/>
          </a:xfrm>
        </p:spPr>
        <p:txBody>
          <a:bodyPr>
            <a:normAutofit/>
          </a:bodyPr>
          <a:lstStyle/>
          <a:p>
            <a:r>
              <a:rPr lang="en-US"/>
              <a:t>Testing</a:t>
            </a:r>
          </a:p>
        </p:txBody>
      </p:sp>
      <p:sp>
        <p:nvSpPr>
          <p:cNvPr id="3" name="Content Placeholder 2">
            <a:extLst>
              <a:ext uri="{FF2B5EF4-FFF2-40B4-BE49-F238E27FC236}">
                <a16:creationId xmlns:a16="http://schemas.microsoft.com/office/drawing/2014/main" id="{75AEBF92-EA47-1DCF-AF89-4E16FF78499D}"/>
              </a:ext>
            </a:extLst>
          </p:cNvPr>
          <p:cNvSpPr>
            <a:spLocks noGrp="1"/>
          </p:cNvSpPr>
          <p:nvPr>
            <p:ph idx="1"/>
          </p:nvPr>
        </p:nvSpPr>
        <p:spPr>
          <a:xfrm>
            <a:off x="1137034" y="2198362"/>
            <a:ext cx="4958966" cy="3917773"/>
          </a:xfrm>
        </p:spPr>
        <p:txBody>
          <a:bodyPr vert="horz" lIns="91440" tIns="45720" rIns="91440" bIns="45720" rtlCol="0">
            <a:normAutofit/>
          </a:bodyPr>
          <a:lstStyle/>
          <a:p>
            <a:r>
              <a:rPr lang="en-US" sz="2000"/>
              <a:t>We do have a test fixture (spherical air bearing), and the paper that we referenced for the air bearing found in the test folder, as well as the 1U stl files that I scaled up to 3U. The 3U files can also be found the testing folder.</a:t>
            </a:r>
          </a:p>
          <a:p>
            <a:pPr marL="457200" lvl="1" indent="0">
              <a:buNone/>
            </a:pPr>
            <a:endParaRPr lang="en-US" sz="2000"/>
          </a:p>
          <a:p>
            <a:endParaRPr lang="en-US" sz="2000"/>
          </a:p>
        </p:txBody>
      </p:sp>
      <p:pic>
        <p:nvPicPr>
          <p:cNvPr id="5" name="Picture 4" descr="A black metal tower on a white bowl&#10;&#10;AI-generated content may be incorrect.">
            <a:extLst>
              <a:ext uri="{FF2B5EF4-FFF2-40B4-BE49-F238E27FC236}">
                <a16:creationId xmlns:a16="http://schemas.microsoft.com/office/drawing/2014/main" id="{4214EDFE-DBEB-4280-5C83-B7EE0C1E3224}"/>
              </a:ext>
            </a:extLst>
          </p:cNvPr>
          <p:cNvPicPr>
            <a:picLocks noChangeAspect="1"/>
          </p:cNvPicPr>
          <p:nvPr/>
        </p:nvPicPr>
        <p:blipFill>
          <a:blip r:embed="rId2"/>
          <a:srcRect t="4810" r="4" b="2943"/>
          <a:stretch/>
        </p:blipFill>
        <p:spPr>
          <a:xfrm>
            <a:off x="7306927" y="2184914"/>
            <a:ext cx="3613385" cy="3755915"/>
          </a:xfrm>
          <a:prstGeom prst="rect">
            <a:avLst/>
          </a:prstGeom>
        </p:spPr>
      </p:pic>
      <p:sp>
        <p:nvSpPr>
          <p:cNvPr id="21" name="Freeform: Shape 20">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6D880733-13D7-0138-35BA-52BB3823B318}"/>
              </a:ext>
            </a:extLst>
          </p:cNvPr>
          <p:cNvSpPr txBox="1"/>
          <p:nvPr/>
        </p:nvSpPr>
        <p:spPr>
          <a:xfrm>
            <a:off x="1645985" y="4398086"/>
            <a:ext cx="3941064" cy="2050754"/>
          </a:xfrm>
          <a:prstGeom prst="rect">
            <a:avLst/>
          </a:prstGeom>
          <a:solidFill>
            <a:srgbClr val="ECEBE9"/>
          </a:solidFill>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800100" lvl="1" indent="-342900">
              <a:lnSpc>
                <a:spcPct val="90000"/>
              </a:lnSpc>
              <a:spcBef>
                <a:spcPts val="500"/>
              </a:spcBef>
              <a:buFont typeface="Arial"/>
              <a:buChar char="•"/>
            </a:pPr>
            <a:r>
              <a:rPr lang="en-US" sz="2200"/>
              <a:t>Hook it up to the compressed air</a:t>
            </a:r>
          </a:p>
          <a:p>
            <a:pPr marL="800100" lvl="1" indent="-342900">
              <a:lnSpc>
                <a:spcPct val="90000"/>
              </a:lnSpc>
              <a:spcBef>
                <a:spcPts val="500"/>
              </a:spcBef>
              <a:buFont typeface="Arial"/>
              <a:buChar char="•"/>
            </a:pPr>
            <a:r>
              <a:rPr lang="en-US" sz="2200"/>
              <a:t>3D printed an attachment to add a laser pointer to confirm accuracy </a:t>
            </a:r>
          </a:p>
        </p:txBody>
      </p:sp>
    </p:spTree>
    <p:extLst>
      <p:ext uri="{BB962C8B-B14F-4D97-AF65-F5344CB8AC3E}">
        <p14:creationId xmlns:p14="http://schemas.microsoft.com/office/powerpoint/2010/main" val="241751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66C0EA-F064-F638-8B4C-84F043B93334}"/>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02EC19B-C5EB-D552-0EF9-A3EEAC5932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3B7704A-3BC8-7A6F-00E6-5677D668E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7C9F499-6D5A-06DA-D7D9-A086D33EFDE6}"/>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Suggested Next Steps</a:t>
            </a:r>
          </a:p>
        </p:txBody>
      </p:sp>
      <p:sp>
        <p:nvSpPr>
          <p:cNvPr id="3" name="Content Placeholder 2">
            <a:extLst>
              <a:ext uri="{FF2B5EF4-FFF2-40B4-BE49-F238E27FC236}">
                <a16:creationId xmlns:a16="http://schemas.microsoft.com/office/drawing/2014/main" id="{21B6EFC4-B414-6FEB-B994-279AB6A09812}"/>
              </a:ext>
            </a:extLst>
          </p:cNvPr>
          <p:cNvSpPr>
            <a:spLocks noGrp="1"/>
          </p:cNvSpPr>
          <p:nvPr>
            <p:ph idx="1"/>
          </p:nvPr>
        </p:nvSpPr>
        <p:spPr>
          <a:xfrm>
            <a:off x="1957987" y="2431765"/>
            <a:ext cx="8276026" cy="3320031"/>
          </a:xfrm>
        </p:spPr>
        <p:txBody>
          <a:bodyPr vert="horz" lIns="91440" tIns="45720" rIns="91440" bIns="45720" rtlCol="0" anchor="ctr">
            <a:normAutofit/>
          </a:bodyPr>
          <a:lstStyle/>
          <a:p>
            <a:pPr>
              <a:buFont typeface="Wingdings" panose="020B0604020202020204" pitchFamily="34" charset="0"/>
              <a:buChar char="q"/>
            </a:pPr>
            <a:r>
              <a:rPr lang="en-US" sz="2000">
                <a:solidFill>
                  <a:schemeClr val="tx1">
                    <a:lumMod val="85000"/>
                    <a:lumOff val="15000"/>
                  </a:schemeClr>
                </a:solidFill>
              </a:rPr>
              <a:t>Implement Magnetometer sensor to the Observer file.</a:t>
            </a:r>
            <a:endParaRPr lang="en-US">
              <a:solidFill>
                <a:schemeClr val="tx1">
                  <a:lumMod val="85000"/>
                  <a:lumOff val="15000"/>
                </a:schemeClr>
              </a:solidFill>
            </a:endParaRPr>
          </a:p>
          <a:p>
            <a:pPr>
              <a:buFont typeface="Wingdings" panose="020B0604020202020204" pitchFamily="34" charset="0"/>
              <a:buChar char="q"/>
            </a:pPr>
            <a:r>
              <a:rPr lang="en-US" sz="2000">
                <a:solidFill>
                  <a:schemeClr val="tx1">
                    <a:lumMod val="85000"/>
                    <a:lumOff val="15000"/>
                  </a:schemeClr>
                </a:solidFill>
              </a:rPr>
              <a:t>Implement Sun Sensor (photodiodes on Solar Panel Board) as back up to Star Tracker.</a:t>
            </a:r>
          </a:p>
          <a:p>
            <a:pPr>
              <a:buFont typeface="Wingdings" panose="020B0604020202020204" pitchFamily="34" charset="0"/>
              <a:buChar char="q"/>
            </a:pPr>
            <a:r>
              <a:rPr lang="en-US" sz="2000">
                <a:solidFill>
                  <a:schemeClr val="tx1">
                    <a:lumMod val="85000"/>
                    <a:lumOff val="15000"/>
                  </a:schemeClr>
                </a:solidFill>
              </a:rPr>
              <a:t>Get a working control board and hook a motor up to it, use Rust to spin a motor. </a:t>
            </a:r>
          </a:p>
          <a:p>
            <a:pPr>
              <a:buFont typeface="Wingdings" panose="020B0604020202020204" pitchFamily="34" charset="0"/>
              <a:buChar char="q"/>
            </a:pPr>
            <a:endParaRPr lang="en-US" sz="2000">
              <a:solidFill>
                <a:schemeClr val="tx1">
                  <a:lumMod val="85000"/>
                  <a:lumOff val="15000"/>
                </a:schemeClr>
              </a:solidFill>
            </a:endParaRPr>
          </a:p>
        </p:txBody>
      </p:sp>
      <p:sp>
        <p:nvSpPr>
          <p:cNvPr id="19" name="Freeform: Shape 18">
            <a:extLst>
              <a:ext uri="{FF2B5EF4-FFF2-40B4-BE49-F238E27FC236}">
                <a16:creationId xmlns:a16="http://schemas.microsoft.com/office/drawing/2014/main" id="{A87EE6DD-B529-AD3C-9AFE-B7F5047FE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2323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FC04F-20FB-70B1-3CC4-EB5E7AFE0F62}"/>
              </a:ext>
            </a:extLst>
          </p:cNvPr>
          <p:cNvSpPr>
            <a:spLocks noGrp="1"/>
          </p:cNvSpPr>
          <p:nvPr>
            <p:ph type="title"/>
          </p:nvPr>
        </p:nvSpPr>
        <p:spPr/>
        <p:txBody>
          <a:bodyPr/>
          <a:lstStyle/>
          <a:p>
            <a:r>
              <a:rPr lang="en-US"/>
              <a:t>Contact Info</a:t>
            </a:r>
          </a:p>
        </p:txBody>
      </p:sp>
      <p:sp>
        <p:nvSpPr>
          <p:cNvPr id="3" name="Content Placeholder 2">
            <a:extLst>
              <a:ext uri="{FF2B5EF4-FFF2-40B4-BE49-F238E27FC236}">
                <a16:creationId xmlns:a16="http://schemas.microsoft.com/office/drawing/2014/main" id="{B5A9506C-3174-EC8D-61B1-3D46BAECEDC2}"/>
              </a:ext>
            </a:extLst>
          </p:cNvPr>
          <p:cNvSpPr>
            <a:spLocks noGrp="1"/>
          </p:cNvSpPr>
          <p:nvPr>
            <p:ph idx="1"/>
          </p:nvPr>
        </p:nvSpPr>
        <p:spPr/>
        <p:txBody>
          <a:bodyPr vert="horz" lIns="91440" tIns="45720" rIns="91440" bIns="45720" rtlCol="0" anchor="t">
            <a:normAutofit/>
          </a:bodyPr>
          <a:lstStyle/>
          <a:p>
            <a:r>
              <a:rPr lang="en-US">
                <a:hlinkClick r:id="rId2"/>
              </a:rPr>
              <a:t>Traceshafer@gmail.com</a:t>
            </a:r>
            <a:r>
              <a:rPr lang="en-US"/>
              <a:t> (385) 347-8235</a:t>
            </a:r>
          </a:p>
          <a:p>
            <a:r>
              <a:rPr lang="en-US">
                <a:hlinkClick r:id="rId3"/>
              </a:rPr>
              <a:t>Benjaminsherman18@gmail.com</a:t>
            </a:r>
            <a:r>
              <a:rPr lang="en-US"/>
              <a:t> (385) 233-8013</a:t>
            </a:r>
          </a:p>
          <a:p>
            <a:r>
              <a:rPr lang="en-US"/>
              <a:t>All the equipment can be found top right of cabinet 27. </a:t>
            </a:r>
          </a:p>
          <a:p>
            <a:pPr lvl="1"/>
            <a:r>
              <a:rPr lang="en-US"/>
              <a:t>The reaction wheel mount and the motors are on the CubeSat.</a:t>
            </a:r>
          </a:p>
        </p:txBody>
      </p:sp>
    </p:spTree>
    <p:extLst>
      <p:ext uri="{BB962C8B-B14F-4D97-AF65-F5344CB8AC3E}">
        <p14:creationId xmlns:p14="http://schemas.microsoft.com/office/powerpoint/2010/main" val="4164765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5247A15C38DE40A573999B6070A975" ma:contentTypeVersion="11" ma:contentTypeDescription="Create a new document." ma:contentTypeScope="" ma:versionID="afb66a0050ffe63c0caaf523038e8bbd">
  <xsd:schema xmlns:xsd="http://www.w3.org/2001/XMLSchema" xmlns:xs="http://www.w3.org/2001/XMLSchema" xmlns:p="http://schemas.microsoft.com/office/2006/metadata/properties" xmlns:ns2="a5dae947-98e5-495e-bab1-cc2a6059ad3b" xmlns:ns3="101382ff-e895-4226-9b8b-208a50023ada" targetNamespace="http://schemas.microsoft.com/office/2006/metadata/properties" ma:root="true" ma:fieldsID="34e31e9107cc25fa3e8a352dd8873f5d" ns2:_="" ns3:_="">
    <xsd:import namespace="a5dae947-98e5-495e-bab1-cc2a6059ad3b"/>
    <xsd:import namespace="101382ff-e895-4226-9b8b-208a50023a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dae947-98e5-495e-bab1-cc2a6059ad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6dcab841-b377-4e82-87b7-c4480f266366"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01382ff-e895-4226-9b8b-208a50023ad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cad34b7-b5d1-438c-95c5-dcc7e7eb8d6f}" ma:internalName="TaxCatchAll" ma:showField="CatchAllData" ma:web="101382ff-e895-4226-9b8b-208a50023a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01382ff-e895-4226-9b8b-208a50023ada" xsi:nil="true"/>
    <lcf76f155ced4ddcb4097134ff3c332f xmlns="a5dae947-98e5-495e-bab1-cc2a6059ad3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1402078-CFE3-4F44-9D3E-A88E6E799A02}"/>
</file>

<file path=customXml/itemProps2.xml><?xml version="1.0" encoding="utf-8"?>
<ds:datastoreItem xmlns:ds="http://schemas.openxmlformats.org/officeDocument/2006/customXml" ds:itemID="{AAABCC9D-AAF5-4D70-AA92-44A6C046B9DC}"/>
</file>

<file path=customXml/itemProps3.xml><?xml version="1.0" encoding="utf-8"?>
<ds:datastoreItem xmlns:ds="http://schemas.openxmlformats.org/officeDocument/2006/customXml" ds:itemID="{C3A93F61-EAD2-41C6-9D13-674F358CCD83}"/>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CubeSat – Control - Report Out</vt:lpstr>
      <vt:lpstr>Software</vt:lpstr>
      <vt:lpstr>CubeSat MATLAB Simulation</vt:lpstr>
      <vt:lpstr>Rust Conversion</vt:lpstr>
      <vt:lpstr>B-dot </vt:lpstr>
      <vt:lpstr>Recommended Improvements</vt:lpstr>
      <vt:lpstr>Recommended Improvements</vt:lpstr>
      <vt:lpstr>Machining</vt:lpstr>
      <vt:lpstr>Testing</vt:lpstr>
      <vt:lpstr>Testing</vt:lpstr>
      <vt:lpstr>Suggested Next Steps</vt:lpstr>
      <vt:lpstr>Contact Info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2025-04-23T20:11:26Z</dcterms:created>
  <dcterms:modified xsi:type="dcterms:W3CDTF">2025-04-25T19:58:46Z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0x010100215247A15C38DE40A573999B6070A975</vt:lpwstr>
  </property>
</Properties>
</file>